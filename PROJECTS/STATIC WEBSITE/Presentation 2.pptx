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10" Type="http://schemas.openxmlformats.org/officeDocument/2006/relationships/image" Target="../media/image14.svg"/><Relationship Id="rId4" Type="http://schemas.openxmlformats.org/officeDocument/2006/relationships/image" Target="../media/image8.svg"/><Relationship Id="rId9" Type="http://schemas.openxmlformats.org/officeDocument/2006/relationships/image" Target="../media/image13.pn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10" Type="http://schemas.openxmlformats.org/officeDocument/2006/relationships/image" Target="../media/image24.svg"/><Relationship Id="rId4" Type="http://schemas.openxmlformats.org/officeDocument/2006/relationships/image" Target="../media/image18.svg"/><Relationship Id="rId9" Type="http://schemas.openxmlformats.org/officeDocument/2006/relationships/image" Target="../media/image23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10" Type="http://schemas.openxmlformats.org/officeDocument/2006/relationships/image" Target="../media/image14.svg"/><Relationship Id="rId4" Type="http://schemas.openxmlformats.org/officeDocument/2006/relationships/image" Target="../media/image8.svg"/><Relationship Id="rId9" Type="http://schemas.openxmlformats.org/officeDocument/2006/relationships/image" Target="../media/image13.pn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10" Type="http://schemas.openxmlformats.org/officeDocument/2006/relationships/image" Target="../media/image24.svg"/><Relationship Id="rId4" Type="http://schemas.openxmlformats.org/officeDocument/2006/relationships/image" Target="../media/image18.svg"/><Relationship Id="rId9" Type="http://schemas.openxmlformats.org/officeDocument/2006/relationships/image" Target="../media/image23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B03E422-AC73-465C-85B4-BB9BB230B37B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3F4087F-690A-46D1-AE02-4137A25A1CF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Low Cost</a:t>
          </a:r>
          <a:br>
            <a:rPr lang="en-US" b="1"/>
          </a:br>
          <a:r>
            <a:rPr lang="en-US" b="1"/>
            <a:t> AWS Free Tier allows the restaurant to host the website at almost no cost.</a:t>
          </a:r>
          <a:endParaRPr lang="en-US"/>
        </a:p>
      </dgm:t>
    </dgm:pt>
    <dgm:pt modelId="{BA83DABB-290F-4A61-9810-4F7E8D4EED8E}" type="parTrans" cxnId="{1C1B2863-A53D-4935-882F-6A27AC532A04}">
      <dgm:prSet/>
      <dgm:spPr/>
      <dgm:t>
        <a:bodyPr/>
        <a:lstStyle/>
        <a:p>
          <a:endParaRPr lang="en-US"/>
        </a:p>
      </dgm:t>
    </dgm:pt>
    <dgm:pt modelId="{7FE2642E-9860-411C-89A8-C20532ED1A20}" type="sibTrans" cxnId="{1C1B2863-A53D-4935-882F-6A27AC532A04}">
      <dgm:prSet/>
      <dgm:spPr/>
      <dgm:t>
        <a:bodyPr/>
        <a:lstStyle/>
        <a:p>
          <a:endParaRPr lang="en-US"/>
        </a:p>
      </dgm:t>
    </dgm:pt>
    <dgm:pt modelId="{BB4CBB3D-C617-49E6-A667-3C5A03E4FA8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Reliability</a:t>
          </a:r>
          <a:br>
            <a:rPr lang="en-US" b="1"/>
          </a:br>
          <a:r>
            <a:rPr lang="en-US" b="1"/>
            <a:t> The site stays available 24/7, giving customers constant access to bookings and menus.</a:t>
          </a:r>
          <a:endParaRPr lang="en-US"/>
        </a:p>
      </dgm:t>
    </dgm:pt>
    <dgm:pt modelId="{805F4B86-3EED-47EB-ABBC-03F087A2177A}" type="parTrans" cxnId="{E24EB1EE-E3F7-48CD-BCCA-8CBFED9B6BEF}">
      <dgm:prSet/>
      <dgm:spPr/>
      <dgm:t>
        <a:bodyPr/>
        <a:lstStyle/>
        <a:p>
          <a:endParaRPr lang="en-US"/>
        </a:p>
      </dgm:t>
    </dgm:pt>
    <dgm:pt modelId="{7D0B08E5-7E7D-4124-BADC-1DB82BCF8378}" type="sibTrans" cxnId="{E24EB1EE-E3F7-48CD-BCCA-8CBFED9B6BEF}">
      <dgm:prSet/>
      <dgm:spPr/>
      <dgm:t>
        <a:bodyPr/>
        <a:lstStyle/>
        <a:p>
          <a:endParaRPr lang="en-US"/>
        </a:p>
      </dgm:t>
    </dgm:pt>
    <dgm:pt modelId="{A9464E8D-D4ED-41A8-B2A3-1007F4CCAEA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Security</a:t>
          </a:r>
          <a:br>
            <a:rPr lang="en-US" b="1"/>
          </a:br>
          <a:r>
            <a:rPr lang="en-US" b="1"/>
            <a:t> IAM ensures only authorized users can manage the website files.</a:t>
          </a:r>
          <a:endParaRPr lang="en-US"/>
        </a:p>
      </dgm:t>
    </dgm:pt>
    <dgm:pt modelId="{290F72E6-041D-41D0-9EFB-6C0493EFA117}" type="parTrans" cxnId="{632ACDAB-F23D-49C0-86E0-0543F561E715}">
      <dgm:prSet/>
      <dgm:spPr/>
      <dgm:t>
        <a:bodyPr/>
        <a:lstStyle/>
        <a:p>
          <a:endParaRPr lang="en-US"/>
        </a:p>
      </dgm:t>
    </dgm:pt>
    <dgm:pt modelId="{EE2EEB9C-F54E-4C6B-8035-A28740A54077}" type="sibTrans" cxnId="{632ACDAB-F23D-49C0-86E0-0543F561E715}">
      <dgm:prSet/>
      <dgm:spPr/>
      <dgm:t>
        <a:bodyPr/>
        <a:lstStyle/>
        <a:p>
          <a:endParaRPr lang="en-US"/>
        </a:p>
      </dgm:t>
    </dgm:pt>
    <dgm:pt modelId="{60EB8EF0-358F-493A-8474-2A894974C9A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Scalability</a:t>
          </a:r>
          <a:br>
            <a:rPr lang="en-US" b="1"/>
          </a:br>
          <a:r>
            <a:rPr lang="en-US" b="1"/>
            <a:t> As the business grows, AWS can easily handle more traffic without extra hardware.</a:t>
          </a:r>
          <a:endParaRPr lang="en-US"/>
        </a:p>
      </dgm:t>
    </dgm:pt>
    <dgm:pt modelId="{646B3C19-4358-48E5-A60F-B21CD40095D6}" type="parTrans" cxnId="{3C56E077-433E-4542-BED4-5229472B9042}">
      <dgm:prSet/>
      <dgm:spPr/>
      <dgm:t>
        <a:bodyPr/>
        <a:lstStyle/>
        <a:p>
          <a:endParaRPr lang="en-US"/>
        </a:p>
      </dgm:t>
    </dgm:pt>
    <dgm:pt modelId="{16F2DD89-6707-45DB-AB89-ACD629699273}" type="sibTrans" cxnId="{3C56E077-433E-4542-BED4-5229472B9042}">
      <dgm:prSet/>
      <dgm:spPr/>
      <dgm:t>
        <a:bodyPr/>
        <a:lstStyle/>
        <a:p>
          <a:endParaRPr lang="en-US"/>
        </a:p>
      </dgm:t>
    </dgm:pt>
    <dgm:pt modelId="{940B6B5A-D241-43FD-A6F9-42C0D632BC2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Simplicity</a:t>
          </a:r>
          <a:br>
            <a:rPr lang="en-US" b="1"/>
          </a:br>
          <a:r>
            <a:rPr lang="en-US" b="1"/>
            <a:t> AWS services are easy to use and reduce the need for technical staff.</a:t>
          </a:r>
          <a:endParaRPr lang="en-US"/>
        </a:p>
      </dgm:t>
    </dgm:pt>
    <dgm:pt modelId="{197061AC-8D53-49F9-B391-68AD37D940EF}" type="parTrans" cxnId="{C4501D4D-D320-42CF-8704-4BCAD3362ACF}">
      <dgm:prSet/>
      <dgm:spPr/>
      <dgm:t>
        <a:bodyPr/>
        <a:lstStyle/>
        <a:p>
          <a:endParaRPr lang="en-US"/>
        </a:p>
      </dgm:t>
    </dgm:pt>
    <dgm:pt modelId="{0BD574A8-B9B0-4A7A-A8F3-427EAC40CEED}" type="sibTrans" cxnId="{C4501D4D-D320-42CF-8704-4BCAD3362ACF}">
      <dgm:prSet/>
      <dgm:spPr/>
      <dgm:t>
        <a:bodyPr/>
        <a:lstStyle/>
        <a:p>
          <a:endParaRPr lang="en-US"/>
        </a:p>
      </dgm:t>
    </dgm:pt>
    <dgm:pt modelId="{DB3DB744-E789-467C-84E3-75B1A64B6CF6}" type="pres">
      <dgm:prSet presAssocID="{3B03E422-AC73-465C-85B4-BB9BB230B37B}" presName="root" presStyleCnt="0">
        <dgm:presLayoutVars>
          <dgm:dir/>
          <dgm:resizeHandles val="exact"/>
        </dgm:presLayoutVars>
      </dgm:prSet>
      <dgm:spPr/>
    </dgm:pt>
    <dgm:pt modelId="{C0D23C9E-5164-4830-A668-D2F423E5F096}" type="pres">
      <dgm:prSet presAssocID="{73F4087F-690A-46D1-AE02-4137A25A1CF4}" presName="compNode" presStyleCnt="0"/>
      <dgm:spPr/>
    </dgm:pt>
    <dgm:pt modelId="{BD4C6003-CE7B-4682-B2A4-2903781A1060}" type="pres">
      <dgm:prSet presAssocID="{73F4087F-690A-46D1-AE02-4137A25A1CF4}" presName="bgRect" presStyleLbl="bgShp" presStyleIdx="0" presStyleCnt="5"/>
      <dgm:spPr/>
    </dgm:pt>
    <dgm:pt modelId="{1FF56F47-D16F-4A67-90B7-DBDB1C894E3B}" type="pres">
      <dgm:prSet presAssocID="{73F4087F-690A-46D1-AE02-4137A25A1CF4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6466E35F-1F91-4E18-98D4-39B19CE30676}" type="pres">
      <dgm:prSet presAssocID="{73F4087F-690A-46D1-AE02-4137A25A1CF4}" presName="spaceRect" presStyleCnt="0"/>
      <dgm:spPr/>
    </dgm:pt>
    <dgm:pt modelId="{558E480D-D7BE-45A4-9D66-C7B2D5E26CF6}" type="pres">
      <dgm:prSet presAssocID="{73F4087F-690A-46D1-AE02-4137A25A1CF4}" presName="parTx" presStyleLbl="revTx" presStyleIdx="0" presStyleCnt="5">
        <dgm:presLayoutVars>
          <dgm:chMax val="0"/>
          <dgm:chPref val="0"/>
        </dgm:presLayoutVars>
      </dgm:prSet>
      <dgm:spPr/>
    </dgm:pt>
    <dgm:pt modelId="{F9523C47-7E99-4411-B8F6-BCBD08D76872}" type="pres">
      <dgm:prSet presAssocID="{7FE2642E-9860-411C-89A8-C20532ED1A20}" presName="sibTrans" presStyleCnt="0"/>
      <dgm:spPr/>
    </dgm:pt>
    <dgm:pt modelId="{8D0D1B45-65F1-481F-A074-59FDBDE783D2}" type="pres">
      <dgm:prSet presAssocID="{BB4CBB3D-C617-49E6-A667-3C5A03E4FA84}" presName="compNode" presStyleCnt="0"/>
      <dgm:spPr/>
    </dgm:pt>
    <dgm:pt modelId="{28A796B8-811C-447C-AF09-E6D29C0CF007}" type="pres">
      <dgm:prSet presAssocID="{BB4CBB3D-C617-49E6-A667-3C5A03E4FA84}" presName="bgRect" presStyleLbl="bgShp" presStyleIdx="1" presStyleCnt="5"/>
      <dgm:spPr/>
    </dgm:pt>
    <dgm:pt modelId="{3FB0DA61-E244-4C0E-A09C-C5B7D0A3459B}" type="pres">
      <dgm:prSet presAssocID="{BB4CBB3D-C617-49E6-A667-3C5A03E4FA84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Waiter"/>
        </a:ext>
      </dgm:extLst>
    </dgm:pt>
    <dgm:pt modelId="{B25B5D14-5399-43B3-B75E-673683367AAB}" type="pres">
      <dgm:prSet presAssocID="{BB4CBB3D-C617-49E6-A667-3C5A03E4FA84}" presName="spaceRect" presStyleCnt="0"/>
      <dgm:spPr/>
    </dgm:pt>
    <dgm:pt modelId="{6B327CD7-C761-42E6-9FCB-773052A81AD8}" type="pres">
      <dgm:prSet presAssocID="{BB4CBB3D-C617-49E6-A667-3C5A03E4FA84}" presName="parTx" presStyleLbl="revTx" presStyleIdx="1" presStyleCnt="5">
        <dgm:presLayoutVars>
          <dgm:chMax val="0"/>
          <dgm:chPref val="0"/>
        </dgm:presLayoutVars>
      </dgm:prSet>
      <dgm:spPr/>
    </dgm:pt>
    <dgm:pt modelId="{431CD029-4F21-4C8F-9E19-1A9EB967ECFC}" type="pres">
      <dgm:prSet presAssocID="{7D0B08E5-7E7D-4124-BADC-1DB82BCF8378}" presName="sibTrans" presStyleCnt="0"/>
      <dgm:spPr/>
    </dgm:pt>
    <dgm:pt modelId="{EFFECEEC-45ED-47B4-AA6A-858CA8AE8133}" type="pres">
      <dgm:prSet presAssocID="{A9464E8D-D4ED-41A8-B2A3-1007F4CCAEA9}" presName="compNode" presStyleCnt="0"/>
      <dgm:spPr/>
    </dgm:pt>
    <dgm:pt modelId="{6E686921-29BE-493B-B17D-EECDCBE0CA8A}" type="pres">
      <dgm:prSet presAssocID="{A9464E8D-D4ED-41A8-B2A3-1007F4CCAEA9}" presName="bgRect" presStyleLbl="bgShp" presStyleIdx="2" presStyleCnt="5"/>
      <dgm:spPr/>
    </dgm:pt>
    <dgm:pt modelId="{4B826187-6B23-4A95-B49A-2D23FABA5376}" type="pres">
      <dgm:prSet presAssocID="{A9464E8D-D4ED-41A8-B2A3-1007F4CCAEA9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Open Folder"/>
        </a:ext>
      </dgm:extLst>
    </dgm:pt>
    <dgm:pt modelId="{020FAF5A-7506-41D6-8C92-32E8F042DF5A}" type="pres">
      <dgm:prSet presAssocID="{A9464E8D-D4ED-41A8-B2A3-1007F4CCAEA9}" presName="spaceRect" presStyleCnt="0"/>
      <dgm:spPr/>
    </dgm:pt>
    <dgm:pt modelId="{854388CA-5B32-496A-94F3-87775A7482C9}" type="pres">
      <dgm:prSet presAssocID="{A9464E8D-D4ED-41A8-B2A3-1007F4CCAEA9}" presName="parTx" presStyleLbl="revTx" presStyleIdx="2" presStyleCnt="5">
        <dgm:presLayoutVars>
          <dgm:chMax val="0"/>
          <dgm:chPref val="0"/>
        </dgm:presLayoutVars>
      </dgm:prSet>
      <dgm:spPr/>
    </dgm:pt>
    <dgm:pt modelId="{46860A96-67B4-43EF-882A-482C2B0CE6EC}" type="pres">
      <dgm:prSet presAssocID="{EE2EEB9C-F54E-4C6B-8035-A28740A54077}" presName="sibTrans" presStyleCnt="0"/>
      <dgm:spPr/>
    </dgm:pt>
    <dgm:pt modelId="{C0490EFC-938A-40AE-92BD-157341EC727A}" type="pres">
      <dgm:prSet presAssocID="{60EB8EF0-358F-493A-8474-2A894974C9A8}" presName="compNode" presStyleCnt="0"/>
      <dgm:spPr/>
    </dgm:pt>
    <dgm:pt modelId="{715A92A6-2A63-43B9-8D36-26AD0E53EF5F}" type="pres">
      <dgm:prSet presAssocID="{60EB8EF0-358F-493A-8474-2A894974C9A8}" presName="bgRect" presStyleLbl="bgShp" presStyleIdx="3" presStyleCnt="5"/>
      <dgm:spPr/>
    </dgm:pt>
    <dgm:pt modelId="{679163DA-FF07-47AA-9C59-BE7AECB4C340}" type="pres">
      <dgm:prSet presAssocID="{60EB8EF0-358F-493A-8474-2A894974C9A8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loud Computing"/>
        </a:ext>
      </dgm:extLst>
    </dgm:pt>
    <dgm:pt modelId="{04E3F267-3A98-4347-BFE0-C1F5B5B48ED5}" type="pres">
      <dgm:prSet presAssocID="{60EB8EF0-358F-493A-8474-2A894974C9A8}" presName="spaceRect" presStyleCnt="0"/>
      <dgm:spPr/>
    </dgm:pt>
    <dgm:pt modelId="{63C1FC18-DF39-4742-893E-4163DDC1AF07}" type="pres">
      <dgm:prSet presAssocID="{60EB8EF0-358F-493A-8474-2A894974C9A8}" presName="parTx" presStyleLbl="revTx" presStyleIdx="3" presStyleCnt="5">
        <dgm:presLayoutVars>
          <dgm:chMax val="0"/>
          <dgm:chPref val="0"/>
        </dgm:presLayoutVars>
      </dgm:prSet>
      <dgm:spPr/>
    </dgm:pt>
    <dgm:pt modelId="{DB6EC631-C31E-4DE0-9B0E-3ADCE55A0468}" type="pres">
      <dgm:prSet presAssocID="{16F2DD89-6707-45DB-AB89-ACD629699273}" presName="sibTrans" presStyleCnt="0"/>
      <dgm:spPr/>
    </dgm:pt>
    <dgm:pt modelId="{12CC2BDE-F7E9-4468-8C1D-8C27445E51DE}" type="pres">
      <dgm:prSet presAssocID="{940B6B5A-D241-43FD-A6F9-42C0D632BC26}" presName="compNode" presStyleCnt="0"/>
      <dgm:spPr/>
    </dgm:pt>
    <dgm:pt modelId="{6D3DBD81-C626-4E96-8B16-D5DF48EC17D7}" type="pres">
      <dgm:prSet presAssocID="{940B6B5A-D241-43FD-A6F9-42C0D632BC26}" presName="bgRect" presStyleLbl="bgShp" presStyleIdx="4" presStyleCnt="5"/>
      <dgm:spPr/>
    </dgm:pt>
    <dgm:pt modelId="{46E4C705-F829-42C7-A1D0-1811B6A25E2A}" type="pres">
      <dgm:prSet presAssocID="{940B6B5A-D241-43FD-A6F9-42C0D632BC26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yncing Cloud"/>
        </a:ext>
      </dgm:extLst>
    </dgm:pt>
    <dgm:pt modelId="{D8654650-85F4-4B9A-9C35-7CF789894193}" type="pres">
      <dgm:prSet presAssocID="{940B6B5A-D241-43FD-A6F9-42C0D632BC26}" presName="spaceRect" presStyleCnt="0"/>
      <dgm:spPr/>
    </dgm:pt>
    <dgm:pt modelId="{B1D3A8BE-9E36-4EDF-81D2-D27B25AF3B2E}" type="pres">
      <dgm:prSet presAssocID="{940B6B5A-D241-43FD-A6F9-42C0D632BC26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3AF5B10D-9885-4F26-A24E-49A72CDB2817}" type="presOf" srcId="{940B6B5A-D241-43FD-A6F9-42C0D632BC26}" destId="{B1D3A8BE-9E36-4EDF-81D2-D27B25AF3B2E}" srcOrd="0" destOrd="0" presId="urn:microsoft.com/office/officeart/2018/2/layout/IconVerticalSolidList"/>
    <dgm:cxn modelId="{FC8BA71C-D454-4521-BE40-6D0BFB2F618C}" type="presOf" srcId="{BB4CBB3D-C617-49E6-A667-3C5A03E4FA84}" destId="{6B327CD7-C761-42E6-9FCB-773052A81AD8}" srcOrd="0" destOrd="0" presId="urn:microsoft.com/office/officeart/2018/2/layout/IconVerticalSolidList"/>
    <dgm:cxn modelId="{C4501D4D-D320-42CF-8704-4BCAD3362ACF}" srcId="{3B03E422-AC73-465C-85B4-BB9BB230B37B}" destId="{940B6B5A-D241-43FD-A6F9-42C0D632BC26}" srcOrd="4" destOrd="0" parTransId="{197061AC-8D53-49F9-B391-68AD37D940EF}" sibTransId="{0BD574A8-B9B0-4A7A-A8F3-427EAC40CEED}"/>
    <dgm:cxn modelId="{1C1B2863-A53D-4935-882F-6A27AC532A04}" srcId="{3B03E422-AC73-465C-85B4-BB9BB230B37B}" destId="{73F4087F-690A-46D1-AE02-4137A25A1CF4}" srcOrd="0" destOrd="0" parTransId="{BA83DABB-290F-4A61-9810-4F7E8D4EED8E}" sibTransId="{7FE2642E-9860-411C-89A8-C20532ED1A20}"/>
    <dgm:cxn modelId="{3C56E077-433E-4542-BED4-5229472B9042}" srcId="{3B03E422-AC73-465C-85B4-BB9BB230B37B}" destId="{60EB8EF0-358F-493A-8474-2A894974C9A8}" srcOrd="3" destOrd="0" parTransId="{646B3C19-4358-48E5-A60F-B21CD40095D6}" sibTransId="{16F2DD89-6707-45DB-AB89-ACD629699273}"/>
    <dgm:cxn modelId="{5126BAA5-7E49-44FD-8FF2-AB3B3A318364}" type="presOf" srcId="{60EB8EF0-358F-493A-8474-2A894974C9A8}" destId="{63C1FC18-DF39-4742-893E-4163DDC1AF07}" srcOrd="0" destOrd="0" presId="urn:microsoft.com/office/officeart/2018/2/layout/IconVerticalSolidList"/>
    <dgm:cxn modelId="{632ACDAB-F23D-49C0-86E0-0543F561E715}" srcId="{3B03E422-AC73-465C-85B4-BB9BB230B37B}" destId="{A9464E8D-D4ED-41A8-B2A3-1007F4CCAEA9}" srcOrd="2" destOrd="0" parTransId="{290F72E6-041D-41D0-9EFB-6C0493EFA117}" sibTransId="{EE2EEB9C-F54E-4C6B-8035-A28740A54077}"/>
    <dgm:cxn modelId="{302C3DB8-F9A3-47E0-A457-32616ED01417}" type="presOf" srcId="{73F4087F-690A-46D1-AE02-4137A25A1CF4}" destId="{558E480D-D7BE-45A4-9D66-C7B2D5E26CF6}" srcOrd="0" destOrd="0" presId="urn:microsoft.com/office/officeart/2018/2/layout/IconVerticalSolidList"/>
    <dgm:cxn modelId="{F2396AE2-A514-49B4-9962-1FC01C25860C}" type="presOf" srcId="{A9464E8D-D4ED-41A8-B2A3-1007F4CCAEA9}" destId="{854388CA-5B32-496A-94F3-87775A7482C9}" srcOrd="0" destOrd="0" presId="urn:microsoft.com/office/officeart/2018/2/layout/IconVerticalSolidList"/>
    <dgm:cxn modelId="{E24EB1EE-E3F7-48CD-BCCA-8CBFED9B6BEF}" srcId="{3B03E422-AC73-465C-85B4-BB9BB230B37B}" destId="{BB4CBB3D-C617-49E6-A667-3C5A03E4FA84}" srcOrd="1" destOrd="0" parTransId="{805F4B86-3EED-47EB-ABBC-03F087A2177A}" sibTransId="{7D0B08E5-7E7D-4124-BADC-1DB82BCF8378}"/>
    <dgm:cxn modelId="{B15EC9F8-A023-4FAE-B0F1-E440A39E2C16}" type="presOf" srcId="{3B03E422-AC73-465C-85B4-BB9BB230B37B}" destId="{DB3DB744-E789-467C-84E3-75B1A64B6CF6}" srcOrd="0" destOrd="0" presId="urn:microsoft.com/office/officeart/2018/2/layout/IconVerticalSolidList"/>
    <dgm:cxn modelId="{8D1E5A88-02AB-417C-90F9-B34709DD9A38}" type="presParOf" srcId="{DB3DB744-E789-467C-84E3-75B1A64B6CF6}" destId="{C0D23C9E-5164-4830-A668-D2F423E5F096}" srcOrd="0" destOrd="0" presId="urn:microsoft.com/office/officeart/2018/2/layout/IconVerticalSolidList"/>
    <dgm:cxn modelId="{FCE922C7-9DCC-4DF8-9C0E-EBF006DBAE5E}" type="presParOf" srcId="{C0D23C9E-5164-4830-A668-D2F423E5F096}" destId="{BD4C6003-CE7B-4682-B2A4-2903781A1060}" srcOrd="0" destOrd="0" presId="urn:microsoft.com/office/officeart/2018/2/layout/IconVerticalSolidList"/>
    <dgm:cxn modelId="{6BF26518-C421-44C1-A313-F870B4B55AF8}" type="presParOf" srcId="{C0D23C9E-5164-4830-A668-D2F423E5F096}" destId="{1FF56F47-D16F-4A67-90B7-DBDB1C894E3B}" srcOrd="1" destOrd="0" presId="urn:microsoft.com/office/officeart/2018/2/layout/IconVerticalSolidList"/>
    <dgm:cxn modelId="{4CB1026A-3713-4650-B60F-84486F6DFFA9}" type="presParOf" srcId="{C0D23C9E-5164-4830-A668-D2F423E5F096}" destId="{6466E35F-1F91-4E18-98D4-39B19CE30676}" srcOrd="2" destOrd="0" presId="urn:microsoft.com/office/officeart/2018/2/layout/IconVerticalSolidList"/>
    <dgm:cxn modelId="{17F95869-7DC1-4C69-A505-4FB40F513E39}" type="presParOf" srcId="{C0D23C9E-5164-4830-A668-D2F423E5F096}" destId="{558E480D-D7BE-45A4-9D66-C7B2D5E26CF6}" srcOrd="3" destOrd="0" presId="urn:microsoft.com/office/officeart/2018/2/layout/IconVerticalSolidList"/>
    <dgm:cxn modelId="{945B2D5E-38BF-4D93-8ABE-0B2C168D53A4}" type="presParOf" srcId="{DB3DB744-E789-467C-84E3-75B1A64B6CF6}" destId="{F9523C47-7E99-4411-B8F6-BCBD08D76872}" srcOrd="1" destOrd="0" presId="urn:microsoft.com/office/officeart/2018/2/layout/IconVerticalSolidList"/>
    <dgm:cxn modelId="{66EFC61C-D952-4203-A121-BA299FF502C8}" type="presParOf" srcId="{DB3DB744-E789-467C-84E3-75B1A64B6CF6}" destId="{8D0D1B45-65F1-481F-A074-59FDBDE783D2}" srcOrd="2" destOrd="0" presId="urn:microsoft.com/office/officeart/2018/2/layout/IconVerticalSolidList"/>
    <dgm:cxn modelId="{20436659-BD89-497E-A07A-12B023D6274C}" type="presParOf" srcId="{8D0D1B45-65F1-481F-A074-59FDBDE783D2}" destId="{28A796B8-811C-447C-AF09-E6D29C0CF007}" srcOrd="0" destOrd="0" presId="urn:microsoft.com/office/officeart/2018/2/layout/IconVerticalSolidList"/>
    <dgm:cxn modelId="{264A5764-947A-481F-992F-8DB8993AE7BD}" type="presParOf" srcId="{8D0D1B45-65F1-481F-A074-59FDBDE783D2}" destId="{3FB0DA61-E244-4C0E-A09C-C5B7D0A3459B}" srcOrd="1" destOrd="0" presId="urn:microsoft.com/office/officeart/2018/2/layout/IconVerticalSolidList"/>
    <dgm:cxn modelId="{2DA5A972-3418-4AFD-99CD-9F266F8FABDB}" type="presParOf" srcId="{8D0D1B45-65F1-481F-A074-59FDBDE783D2}" destId="{B25B5D14-5399-43B3-B75E-673683367AAB}" srcOrd="2" destOrd="0" presId="urn:microsoft.com/office/officeart/2018/2/layout/IconVerticalSolidList"/>
    <dgm:cxn modelId="{0886DB53-D895-4BD7-BCBE-D720EE9EBC13}" type="presParOf" srcId="{8D0D1B45-65F1-481F-A074-59FDBDE783D2}" destId="{6B327CD7-C761-42E6-9FCB-773052A81AD8}" srcOrd="3" destOrd="0" presId="urn:microsoft.com/office/officeart/2018/2/layout/IconVerticalSolidList"/>
    <dgm:cxn modelId="{9592C05A-BCC4-4CCB-9D31-3F343C128026}" type="presParOf" srcId="{DB3DB744-E789-467C-84E3-75B1A64B6CF6}" destId="{431CD029-4F21-4C8F-9E19-1A9EB967ECFC}" srcOrd="3" destOrd="0" presId="urn:microsoft.com/office/officeart/2018/2/layout/IconVerticalSolidList"/>
    <dgm:cxn modelId="{084CE3BB-E5CF-455E-8E73-287531BD3318}" type="presParOf" srcId="{DB3DB744-E789-467C-84E3-75B1A64B6CF6}" destId="{EFFECEEC-45ED-47B4-AA6A-858CA8AE8133}" srcOrd="4" destOrd="0" presId="urn:microsoft.com/office/officeart/2018/2/layout/IconVerticalSolidList"/>
    <dgm:cxn modelId="{C8E3ABA7-012E-4B8A-924B-C489E43FA1F3}" type="presParOf" srcId="{EFFECEEC-45ED-47B4-AA6A-858CA8AE8133}" destId="{6E686921-29BE-493B-B17D-EECDCBE0CA8A}" srcOrd="0" destOrd="0" presId="urn:microsoft.com/office/officeart/2018/2/layout/IconVerticalSolidList"/>
    <dgm:cxn modelId="{DDF03AB2-6AC3-4B3D-9646-14C6B4A52C08}" type="presParOf" srcId="{EFFECEEC-45ED-47B4-AA6A-858CA8AE8133}" destId="{4B826187-6B23-4A95-B49A-2D23FABA5376}" srcOrd="1" destOrd="0" presId="urn:microsoft.com/office/officeart/2018/2/layout/IconVerticalSolidList"/>
    <dgm:cxn modelId="{265EADAB-EF37-4E6B-9E1B-B54B79C43FD1}" type="presParOf" srcId="{EFFECEEC-45ED-47B4-AA6A-858CA8AE8133}" destId="{020FAF5A-7506-41D6-8C92-32E8F042DF5A}" srcOrd="2" destOrd="0" presId="urn:microsoft.com/office/officeart/2018/2/layout/IconVerticalSolidList"/>
    <dgm:cxn modelId="{F62F6C1E-55A8-4AEC-A985-9284324CB94D}" type="presParOf" srcId="{EFFECEEC-45ED-47B4-AA6A-858CA8AE8133}" destId="{854388CA-5B32-496A-94F3-87775A7482C9}" srcOrd="3" destOrd="0" presId="urn:microsoft.com/office/officeart/2018/2/layout/IconVerticalSolidList"/>
    <dgm:cxn modelId="{2A2E09CE-9EC5-4FF5-BD25-35BC884B4510}" type="presParOf" srcId="{DB3DB744-E789-467C-84E3-75B1A64B6CF6}" destId="{46860A96-67B4-43EF-882A-482C2B0CE6EC}" srcOrd="5" destOrd="0" presId="urn:microsoft.com/office/officeart/2018/2/layout/IconVerticalSolidList"/>
    <dgm:cxn modelId="{EC24C10A-F037-40FA-A21D-D2054C34DBE1}" type="presParOf" srcId="{DB3DB744-E789-467C-84E3-75B1A64B6CF6}" destId="{C0490EFC-938A-40AE-92BD-157341EC727A}" srcOrd="6" destOrd="0" presId="urn:microsoft.com/office/officeart/2018/2/layout/IconVerticalSolidList"/>
    <dgm:cxn modelId="{08464E06-66B5-4DCA-AB4E-4359CA504AE7}" type="presParOf" srcId="{C0490EFC-938A-40AE-92BD-157341EC727A}" destId="{715A92A6-2A63-43B9-8D36-26AD0E53EF5F}" srcOrd="0" destOrd="0" presId="urn:microsoft.com/office/officeart/2018/2/layout/IconVerticalSolidList"/>
    <dgm:cxn modelId="{01761D31-565A-43E1-9E99-930A6DBACED9}" type="presParOf" srcId="{C0490EFC-938A-40AE-92BD-157341EC727A}" destId="{679163DA-FF07-47AA-9C59-BE7AECB4C340}" srcOrd="1" destOrd="0" presId="urn:microsoft.com/office/officeart/2018/2/layout/IconVerticalSolidList"/>
    <dgm:cxn modelId="{0FD20987-96E7-4A43-A912-926E4C67C3F4}" type="presParOf" srcId="{C0490EFC-938A-40AE-92BD-157341EC727A}" destId="{04E3F267-3A98-4347-BFE0-C1F5B5B48ED5}" srcOrd="2" destOrd="0" presId="urn:microsoft.com/office/officeart/2018/2/layout/IconVerticalSolidList"/>
    <dgm:cxn modelId="{6EDF857D-908A-43DD-9FE9-E896E7207CE5}" type="presParOf" srcId="{C0490EFC-938A-40AE-92BD-157341EC727A}" destId="{63C1FC18-DF39-4742-893E-4163DDC1AF07}" srcOrd="3" destOrd="0" presId="urn:microsoft.com/office/officeart/2018/2/layout/IconVerticalSolidList"/>
    <dgm:cxn modelId="{D0BEFDEA-C563-436B-BD78-F95C1B67F438}" type="presParOf" srcId="{DB3DB744-E789-467C-84E3-75B1A64B6CF6}" destId="{DB6EC631-C31E-4DE0-9B0E-3ADCE55A0468}" srcOrd="7" destOrd="0" presId="urn:microsoft.com/office/officeart/2018/2/layout/IconVerticalSolidList"/>
    <dgm:cxn modelId="{43EFFAAA-3EFB-4688-BA34-80CB519CBD52}" type="presParOf" srcId="{DB3DB744-E789-467C-84E3-75B1A64B6CF6}" destId="{12CC2BDE-F7E9-4468-8C1D-8C27445E51DE}" srcOrd="8" destOrd="0" presId="urn:microsoft.com/office/officeart/2018/2/layout/IconVerticalSolidList"/>
    <dgm:cxn modelId="{1D90D5C5-69E6-45FF-A1A2-51D77AA26D74}" type="presParOf" srcId="{12CC2BDE-F7E9-4468-8C1D-8C27445E51DE}" destId="{6D3DBD81-C626-4E96-8B16-D5DF48EC17D7}" srcOrd="0" destOrd="0" presId="urn:microsoft.com/office/officeart/2018/2/layout/IconVerticalSolidList"/>
    <dgm:cxn modelId="{E9FFABE6-981C-4B52-9B6F-851F335A09E6}" type="presParOf" srcId="{12CC2BDE-F7E9-4468-8C1D-8C27445E51DE}" destId="{46E4C705-F829-42C7-A1D0-1811B6A25E2A}" srcOrd="1" destOrd="0" presId="urn:microsoft.com/office/officeart/2018/2/layout/IconVerticalSolidList"/>
    <dgm:cxn modelId="{65BA0AB0-A0A4-437C-9B13-26E32B3C9B50}" type="presParOf" srcId="{12CC2BDE-F7E9-4468-8C1D-8C27445E51DE}" destId="{D8654650-85F4-4B9A-9C35-7CF789894193}" srcOrd="2" destOrd="0" presId="urn:microsoft.com/office/officeart/2018/2/layout/IconVerticalSolidList"/>
    <dgm:cxn modelId="{2549B644-A440-4D45-A45B-57DCE4C04D66}" type="presParOf" srcId="{12CC2BDE-F7E9-4468-8C1D-8C27445E51DE}" destId="{B1D3A8BE-9E36-4EDF-81D2-D27B25AF3B2E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80F792E-3DCB-4777-9551-2B7B8241604C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DD665A23-96E7-4B6F-A7BC-9929E2A36A92}">
      <dgm:prSet/>
      <dgm:spPr/>
      <dgm:t>
        <a:bodyPr/>
        <a:lstStyle/>
        <a:p>
          <a:r>
            <a:rPr lang="en-US"/>
            <a:t>Learned how to </a:t>
          </a:r>
          <a:r>
            <a:rPr lang="en-US" b="1"/>
            <a:t>create and host a website</a:t>
          </a:r>
          <a:r>
            <a:rPr lang="en-US"/>
            <a:t> using Amazon S3.</a:t>
          </a:r>
        </a:p>
      </dgm:t>
    </dgm:pt>
    <dgm:pt modelId="{ECFF0769-D723-42C6-B726-FB39986BB65C}" type="parTrans" cxnId="{1552FBC1-3A80-408B-9EB2-152936061AB0}">
      <dgm:prSet/>
      <dgm:spPr/>
      <dgm:t>
        <a:bodyPr/>
        <a:lstStyle/>
        <a:p>
          <a:endParaRPr lang="en-US"/>
        </a:p>
      </dgm:t>
    </dgm:pt>
    <dgm:pt modelId="{CA16BEC5-BCF5-4C74-A279-08667D59E56D}" type="sibTrans" cxnId="{1552FBC1-3A80-408B-9EB2-152936061AB0}">
      <dgm:prSet/>
      <dgm:spPr/>
      <dgm:t>
        <a:bodyPr/>
        <a:lstStyle/>
        <a:p>
          <a:endParaRPr lang="en-US"/>
        </a:p>
      </dgm:t>
    </dgm:pt>
    <dgm:pt modelId="{D81158C8-CA3A-4CC3-8528-994B024249B4}">
      <dgm:prSet/>
      <dgm:spPr/>
      <dgm:t>
        <a:bodyPr/>
        <a:lstStyle/>
        <a:p>
          <a:r>
            <a:rPr lang="en-US"/>
            <a:t>Gained experience in </a:t>
          </a:r>
          <a:r>
            <a:rPr lang="en-US" b="1"/>
            <a:t>setting bucket policies</a:t>
          </a:r>
          <a:r>
            <a:rPr lang="en-US"/>
            <a:t> and managing access with IAM.</a:t>
          </a:r>
        </a:p>
      </dgm:t>
    </dgm:pt>
    <dgm:pt modelId="{0589036E-BDD7-4ECA-AC50-DAED78A262DC}" type="parTrans" cxnId="{FC4FBF47-3DA6-4D52-90E2-7B5480A0AFDD}">
      <dgm:prSet/>
      <dgm:spPr/>
      <dgm:t>
        <a:bodyPr/>
        <a:lstStyle/>
        <a:p>
          <a:endParaRPr lang="en-US"/>
        </a:p>
      </dgm:t>
    </dgm:pt>
    <dgm:pt modelId="{B404131A-2CF3-4D2E-91C3-D21B99FA1FE5}" type="sibTrans" cxnId="{FC4FBF47-3DA6-4D52-90E2-7B5480A0AFDD}">
      <dgm:prSet/>
      <dgm:spPr/>
      <dgm:t>
        <a:bodyPr/>
        <a:lstStyle/>
        <a:p>
          <a:endParaRPr lang="en-US"/>
        </a:p>
      </dgm:t>
    </dgm:pt>
    <dgm:pt modelId="{C36DC764-BD1C-4DD6-8ECE-3B2EA269C97E}">
      <dgm:prSet/>
      <dgm:spPr/>
      <dgm:t>
        <a:bodyPr/>
        <a:lstStyle/>
        <a:p>
          <a:r>
            <a:rPr lang="en-US"/>
            <a:t>Explored how </a:t>
          </a:r>
          <a:r>
            <a:rPr lang="en-US" b="1"/>
            <a:t>CloudWatch</a:t>
          </a:r>
          <a:r>
            <a:rPr lang="en-US"/>
            <a:t> helps monitor website performance.</a:t>
          </a:r>
        </a:p>
      </dgm:t>
    </dgm:pt>
    <dgm:pt modelId="{1A4F6445-A1D5-4B3B-9DC3-C5F8B9DA2DAD}" type="parTrans" cxnId="{C895AA02-7664-4127-8A97-4ABC6FD8780F}">
      <dgm:prSet/>
      <dgm:spPr/>
      <dgm:t>
        <a:bodyPr/>
        <a:lstStyle/>
        <a:p>
          <a:endParaRPr lang="en-US"/>
        </a:p>
      </dgm:t>
    </dgm:pt>
    <dgm:pt modelId="{3C7A812E-C140-471B-B62D-8FA3634D2430}" type="sibTrans" cxnId="{C895AA02-7664-4127-8A97-4ABC6FD8780F}">
      <dgm:prSet/>
      <dgm:spPr/>
      <dgm:t>
        <a:bodyPr/>
        <a:lstStyle/>
        <a:p>
          <a:endParaRPr lang="en-US"/>
        </a:p>
      </dgm:t>
    </dgm:pt>
    <dgm:pt modelId="{6427E5F9-7FCC-48D3-BAAC-624393153619}">
      <dgm:prSet/>
      <dgm:spPr/>
      <dgm:t>
        <a:bodyPr/>
        <a:lstStyle/>
        <a:p>
          <a:r>
            <a:rPr lang="en-US"/>
            <a:t>Improved teamwork, communication, and project coordination.</a:t>
          </a:r>
        </a:p>
      </dgm:t>
    </dgm:pt>
    <dgm:pt modelId="{F0A6D7E0-8C80-4EDB-A43E-0AC3E4748868}" type="parTrans" cxnId="{D1E71066-CDE8-4360-A3D1-FC358F325CB5}">
      <dgm:prSet/>
      <dgm:spPr/>
      <dgm:t>
        <a:bodyPr/>
        <a:lstStyle/>
        <a:p>
          <a:endParaRPr lang="en-US"/>
        </a:p>
      </dgm:t>
    </dgm:pt>
    <dgm:pt modelId="{5072D30C-2BA8-44BA-8243-A6D6EDCE846D}" type="sibTrans" cxnId="{D1E71066-CDE8-4360-A3D1-FC358F325CB5}">
      <dgm:prSet/>
      <dgm:spPr/>
      <dgm:t>
        <a:bodyPr/>
        <a:lstStyle/>
        <a:p>
          <a:endParaRPr lang="en-US"/>
        </a:p>
      </dgm:t>
    </dgm:pt>
    <dgm:pt modelId="{EE9F3204-6182-4F23-AFF5-C43EB46EC8DA}">
      <dgm:prSet/>
      <dgm:spPr/>
      <dgm:t>
        <a:bodyPr/>
        <a:lstStyle/>
        <a:p>
          <a:r>
            <a:rPr lang="en-US"/>
            <a:t>Understood how AWS helps small businesses solve real challenges.</a:t>
          </a:r>
        </a:p>
      </dgm:t>
    </dgm:pt>
    <dgm:pt modelId="{84A134E3-5303-4233-912B-0CB560FAD704}" type="parTrans" cxnId="{2221A76F-EAA5-4AC6-AF06-DF494F943278}">
      <dgm:prSet/>
      <dgm:spPr/>
      <dgm:t>
        <a:bodyPr/>
        <a:lstStyle/>
        <a:p>
          <a:endParaRPr lang="en-US"/>
        </a:p>
      </dgm:t>
    </dgm:pt>
    <dgm:pt modelId="{474310A0-68A2-4916-BE15-89E83ACEA420}" type="sibTrans" cxnId="{2221A76F-EAA5-4AC6-AF06-DF494F943278}">
      <dgm:prSet/>
      <dgm:spPr/>
      <dgm:t>
        <a:bodyPr/>
        <a:lstStyle/>
        <a:p>
          <a:endParaRPr lang="en-US"/>
        </a:p>
      </dgm:t>
    </dgm:pt>
    <dgm:pt modelId="{F33843F8-97C0-4BA2-A947-8DB86EF52FCB}" type="pres">
      <dgm:prSet presAssocID="{080F792E-3DCB-4777-9551-2B7B8241604C}" presName="linear" presStyleCnt="0">
        <dgm:presLayoutVars>
          <dgm:animLvl val="lvl"/>
          <dgm:resizeHandles val="exact"/>
        </dgm:presLayoutVars>
      </dgm:prSet>
      <dgm:spPr/>
    </dgm:pt>
    <dgm:pt modelId="{F02FE3F4-32A2-420A-9ED5-08C1BD21CE10}" type="pres">
      <dgm:prSet presAssocID="{DD665A23-96E7-4B6F-A7BC-9929E2A36A92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618FD553-95F8-4C98-81EE-33D5779DAB26}" type="pres">
      <dgm:prSet presAssocID="{CA16BEC5-BCF5-4C74-A279-08667D59E56D}" presName="spacer" presStyleCnt="0"/>
      <dgm:spPr/>
    </dgm:pt>
    <dgm:pt modelId="{17F6231B-6094-4A36-8B38-88FBE91BAF3A}" type="pres">
      <dgm:prSet presAssocID="{D81158C8-CA3A-4CC3-8528-994B024249B4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C544CD25-49E6-4760-B17C-A66BC051A00B}" type="pres">
      <dgm:prSet presAssocID="{B404131A-2CF3-4D2E-91C3-D21B99FA1FE5}" presName="spacer" presStyleCnt="0"/>
      <dgm:spPr/>
    </dgm:pt>
    <dgm:pt modelId="{788E50A0-38A7-4B37-9E73-B01D95F10032}" type="pres">
      <dgm:prSet presAssocID="{C36DC764-BD1C-4DD6-8ECE-3B2EA269C97E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8B24B90D-0078-49D3-BEBF-271A84B5658D}" type="pres">
      <dgm:prSet presAssocID="{3C7A812E-C140-471B-B62D-8FA3634D2430}" presName="spacer" presStyleCnt="0"/>
      <dgm:spPr/>
    </dgm:pt>
    <dgm:pt modelId="{CE2ACFDB-A133-45EB-93BF-F89C0FACB05A}" type="pres">
      <dgm:prSet presAssocID="{6427E5F9-7FCC-48D3-BAAC-624393153619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C62EE56E-7668-4749-8740-1BB78D379C57}" type="pres">
      <dgm:prSet presAssocID="{5072D30C-2BA8-44BA-8243-A6D6EDCE846D}" presName="spacer" presStyleCnt="0"/>
      <dgm:spPr/>
    </dgm:pt>
    <dgm:pt modelId="{5183400C-F063-4327-AF59-2E3DAA3B72C9}" type="pres">
      <dgm:prSet presAssocID="{EE9F3204-6182-4F23-AFF5-C43EB46EC8DA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C895AA02-7664-4127-8A97-4ABC6FD8780F}" srcId="{080F792E-3DCB-4777-9551-2B7B8241604C}" destId="{C36DC764-BD1C-4DD6-8ECE-3B2EA269C97E}" srcOrd="2" destOrd="0" parTransId="{1A4F6445-A1D5-4B3B-9DC3-C5F8B9DA2DAD}" sibTransId="{3C7A812E-C140-471B-B62D-8FA3634D2430}"/>
    <dgm:cxn modelId="{94968F21-81B2-439B-8373-9AC502A89041}" type="presOf" srcId="{D81158C8-CA3A-4CC3-8528-994B024249B4}" destId="{17F6231B-6094-4A36-8B38-88FBE91BAF3A}" srcOrd="0" destOrd="0" presId="urn:microsoft.com/office/officeart/2005/8/layout/vList2"/>
    <dgm:cxn modelId="{19E67F41-ABC0-41B4-9EF3-506175AEB754}" type="presOf" srcId="{6427E5F9-7FCC-48D3-BAAC-624393153619}" destId="{CE2ACFDB-A133-45EB-93BF-F89C0FACB05A}" srcOrd="0" destOrd="0" presId="urn:microsoft.com/office/officeart/2005/8/layout/vList2"/>
    <dgm:cxn modelId="{FC4FBF47-3DA6-4D52-90E2-7B5480A0AFDD}" srcId="{080F792E-3DCB-4777-9551-2B7B8241604C}" destId="{D81158C8-CA3A-4CC3-8528-994B024249B4}" srcOrd="1" destOrd="0" parTransId="{0589036E-BDD7-4ECA-AC50-DAED78A262DC}" sibTransId="{B404131A-2CF3-4D2E-91C3-D21B99FA1FE5}"/>
    <dgm:cxn modelId="{0F80CB50-BE2D-4527-ADD4-28C5D0A156FE}" type="presOf" srcId="{EE9F3204-6182-4F23-AFF5-C43EB46EC8DA}" destId="{5183400C-F063-4327-AF59-2E3DAA3B72C9}" srcOrd="0" destOrd="0" presId="urn:microsoft.com/office/officeart/2005/8/layout/vList2"/>
    <dgm:cxn modelId="{D1E71066-CDE8-4360-A3D1-FC358F325CB5}" srcId="{080F792E-3DCB-4777-9551-2B7B8241604C}" destId="{6427E5F9-7FCC-48D3-BAAC-624393153619}" srcOrd="3" destOrd="0" parTransId="{F0A6D7E0-8C80-4EDB-A43E-0AC3E4748868}" sibTransId="{5072D30C-2BA8-44BA-8243-A6D6EDCE846D}"/>
    <dgm:cxn modelId="{CBCF276E-1E13-43C2-8497-0230438B3053}" type="presOf" srcId="{080F792E-3DCB-4777-9551-2B7B8241604C}" destId="{F33843F8-97C0-4BA2-A947-8DB86EF52FCB}" srcOrd="0" destOrd="0" presId="urn:microsoft.com/office/officeart/2005/8/layout/vList2"/>
    <dgm:cxn modelId="{2221A76F-EAA5-4AC6-AF06-DF494F943278}" srcId="{080F792E-3DCB-4777-9551-2B7B8241604C}" destId="{EE9F3204-6182-4F23-AFF5-C43EB46EC8DA}" srcOrd="4" destOrd="0" parTransId="{84A134E3-5303-4233-912B-0CB560FAD704}" sibTransId="{474310A0-68A2-4916-BE15-89E83ACEA420}"/>
    <dgm:cxn modelId="{8CE2CA7E-F271-4CF1-8F3B-379D30D5DD0F}" type="presOf" srcId="{C36DC764-BD1C-4DD6-8ECE-3B2EA269C97E}" destId="{788E50A0-38A7-4B37-9E73-B01D95F10032}" srcOrd="0" destOrd="0" presId="urn:microsoft.com/office/officeart/2005/8/layout/vList2"/>
    <dgm:cxn modelId="{1552FBC1-3A80-408B-9EB2-152936061AB0}" srcId="{080F792E-3DCB-4777-9551-2B7B8241604C}" destId="{DD665A23-96E7-4B6F-A7BC-9929E2A36A92}" srcOrd="0" destOrd="0" parTransId="{ECFF0769-D723-42C6-B726-FB39986BB65C}" sibTransId="{CA16BEC5-BCF5-4C74-A279-08667D59E56D}"/>
    <dgm:cxn modelId="{E7E853DC-DD23-4928-8075-D591DE369AA5}" type="presOf" srcId="{DD665A23-96E7-4B6F-A7BC-9929E2A36A92}" destId="{F02FE3F4-32A2-420A-9ED5-08C1BD21CE10}" srcOrd="0" destOrd="0" presId="urn:microsoft.com/office/officeart/2005/8/layout/vList2"/>
    <dgm:cxn modelId="{6D176E34-86B9-4EAA-9FD2-E17493BC859A}" type="presParOf" srcId="{F33843F8-97C0-4BA2-A947-8DB86EF52FCB}" destId="{F02FE3F4-32A2-420A-9ED5-08C1BD21CE10}" srcOrd="0" destOrd="0" presId="urn:microsoft.com/office/officeart/2005/8/layout/vList2"/>
    <dgm:cxn modelId="{8C07122F-A00B-4942-AF1C-5BC0515EC646}" type="presParOf" srcId="{F33843F8-97C0-4BA2-A947-8DB86EF52FCB}" destId="{618FD553-95F8-4C98-81EE-33D5779DAB26}" srcOrd="1" destOrd="0" presId="urn:microsoft.com/office/officeart/2005/8/layout/vList2"/>
    <dgm:cxn modelId="{3F0F2644-FD85-4E8E-B6BE-7CFC51B89B2D}" type="presParOf" srcId="{F33843F8-97C0-4BA2-A947-8DB86EF52FCB}" destId="{17F6231B-6094-4A36-8B38-88FBE91BAF3A}" srcOrd="2" destOrd="0" presId="urn:microsoft.com/office/officeart/2005/8/layout/vList2"/>
    <dgm:cxn modelId="{9B5C0269-1D3C-454A-83E7-5E12E918E4B1}" type="presParOf" srcId="{F33843F8-97C0-4BA2-A947-8DB86EF52FCB}" destId="{C544CD25-49E6-4760-B17C-A66BC051A00B}" srcOrd="3" destOrd="0" presId="urn:microsoft.com/office/officeart/2005/8/layout/vList2"/>
    <dgm:cxn modelId="{599FEF38-34B7-4D65-995F-7C7544F2C182}" type="presParOf" srcId="{F33843F8-97C0-4BA2-A947-8DB86EF52FCB}" destId="{788E50A0-38A7-4B37-9E73-B01D95F10032}" srcOrd="4" destOrd="0" presId="urn:microsoft.com/office/officeart/2005/8/layout/vList2"/>
    <dgm:cxn modelId="{81281C6D-4A2E-4A61-8504-5E59A1ECBF2F}" type="presParOf" srcId="{F33843F8-97C0-4BA2-A947-8DB86EF52FCB}" destId="{8B24B90D-0078-49D3-BEBF-271A84B5658D}" srcOrd="5" destOrd="0" presId="urn:microsoft.com/office/officeart/2005/8/layout/vList2"/>
    <dgm:cxn modelId="{ABC7A232-6228-4362-9F10-46C38C5A83CA}" type="presParOf" srcId="{F33843F8-97C0-4BA2-A947-8DB86EF52FCB}" destId="{CE2ACFDB-A133-45EB-93BF-F89C0FACB05A}" srcOrd="6" destOrd="0" presId="urn:microsoft.com/office/officeart/2005/8/layout/vList2"/>
    <dgm:cxn modelId="{24A39B40-8D57-41F4-8565-3FB5E1DCB9AC}" type="presParOf" srcId="{F33843F8-97C0-4BA2-A947-8DB86EF52FCB}" destId="{C62EE56E-7668-4749-8740-1BB78D379C57}" srcOrd="7" destOrd="0" presId="urn:microsoft.com/office/officeart/2005/8/layout/vList2"/>
    <dgm:cxn modelId="{0AEADEFB-D8C6-409F-A8D1-E171D0CCCCE4}" type="presParOf" srcId="{F33843F8-97C0-4BA2-A947-8DB86EF52FCB}" destId="{5183400C-F063-4327-AF59-2E3DAA3B72C9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BB8322D-6568-49EA-86F4-CF71927D0A7B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884BF84A-686E-4F27-BAD1-8765A5360218}">
      <dgm:prSet/>
      <dgm:spPr/>
      <dgm:t>
        <a:bodyPr/>
        <a:lstStyle/>
        <a:p>
          <a:pPr>
            <a:defRPr cap="all"/>
          </a:pPr>
          <a:r>
            <a:rPr lang="en-US"/>
            <a:t>AWS helped us solve the restaurant’s real business challenges.</a:t>
          </a:r>
        </a:p>
      </dgm:t>
    </dgm:pt>
    <dgm:pt modelId="{0975B79A-2B00-4D44-ABB3-CA33EB83069E}" type="parTrans" cxnId="{A9B77756-F776-4108-8993-354955716700}">
      <dgm:prSet/>
      <dgm:spPr/>
      <dgm:t>
        <a:bodyPr/>
        <a:lstStyle/>
        <a:p>
          <a:endParaRPr lang="en-US"/>
        </a:p>
      </dgm:t>
    </dgm:pt>
    <dgm:pt modelId="{7D19EE37-F08A-43C1-AAC6-6D4DF7E31335}" type="sibTrans" cxnId="{A9B77756-F776-4108-8993-354955716700}">
      <dgm:prSet/>
      <dgm:spPr/>
      <dgm:t>
        <a:bodyPr/>
        <a:lstStyle/>
        <a:p>
          <a:endParaRPr lang="en-US"/>
        </a:p>
      </dgm:t>
    </dgm:pt>
    <dgm:pt modelId="{D70D6ACD-342B-4628-AE89-A038D325C8C6}">
      <dgm:prSet/>
      <dgm:spPr/>
      <dgm:t>
        <a:bodyPr/>
        <a:lstStyle/>
        <a:p>
          <a:pPr>
            <a:defRPr cap="all"/>
          </a:pPr>
          <a:r>
            <a:rPr lang="en-US"/>
            <a:t>Using </a:t>
          </a:r>
          <a:r>
            <a:rPr lang="en-US" b="1"/>
            <a:t>Amazon S3</a:t>
          </a:r>
          <a:r>
            <a:rPr lang="en-US"/>
            <a:t>, we hosted a live website that replaces manual systems.</a:t>
          </a:r>
        </a:p>
      </dgm:t>
    </dgm:pt>
    <dgm:pt modelId="{F2DAB5B7-1F6F-40C2-B8F5-99F675A31A20}" type="parTrans" cxnId="{13462F90-683D-4D72-8663-6E2084539D8B}">
      <dgm:prSet/>
      <dgm:spPr/>
      <dgm:t>
        <a:bodyPr/>
        <a:lstStyle/>
        <a:p>
          <a:endParaRPr lang="en-US"/>
        </a:p>
      </dgm:t>
    </dgm:pt>
    <dgm:pt modelId="{78311783-C47B-4853-A7B9-E13254AA7071}" type="sibTrans" cxnId="{13462F90-683D-4D72-8663-6E2084539D8B}">
      <dgm:prSet/>
      <dgm:spPr/>
      <dgm:t>
        <a:bodyPr/>
        <a:lstStyle/>
        <a:p>
          <a:endParaRPr lang="en-US"/>
        </a:p>
      </dgm:t>
    </dgm:pt>
    <dgm:pt modelId="{BD355464-87F8-4DDF-930F-6AE6A6275A07}">
      <dgm:prSet/>
      <dgm:spPr/>
      <dgm:t>
        <a:bodyPr/>
        <a:lstStyle/>
        <a:p>
          <a:pPr>
            <a:defRPr cap="all"/>
          </a:pPr>
          <a:r>
            <a:rPr lang="en-US" b="1"/>
            <a:t>IAM</a:t>
          </a:r>
          <a:r>
            <a:rPr lang="en-US"/>
            <a:t> and </a:t>
          </a:r>
          <a:r>
            <a:rPr lang="en-US" b="1"/>
            <a:t>CloudWatch</a:t>
          </a:r>
          <a:r>
            <a:rPr lang="en-US"/>
            <a:t> made the setup secure, reliable, and easy to manage.</a:t>
          </a:r>
        </a:p>
      </dgm:t>
    </dgm:pt>
    <dgm:pt modelId="{285A70D8-A1AE-4E42-B505-16D7523713A1}" type="parTrans" cxnId="{24C7B5FA-0AF9-4B49-86CB-36C724884929}">
      <dgm:prSet/>
      <dgm:spPr/>
      <dgm:t>
        <a:bodyPr/>
        <a:lstStyle/>
        <a:p>
          <a:endParaRPr lang="en-US"/>
        </a:p>
      </dgm:t>
    </dgm:pt>
    <dgm:pt modelId="{355F08B8-5594-43B6-BC8A-B745783FA29E}" type="sibTrans" cxnId="{24C7B5FA-0AF9-4B49-86CB-36C724884929}">
      <dgm:prSet/>
      <dgm:spPr/>
      <dgm:t>
        <a:bodyPr/>
        <a:lstStyle/>
        <a:p>
          <a:endParaRPr lang="en-US"/>
        </a:p>
      </dgm:t>
    </dgm:pt>
    <dgm:pt modelId="{BF1BFA72-DCDC-4F66-A6A9-887F5DBBF54E}">
      <dgm:prSet/>
      <dgm:spPr/>
      <dgm:t>
        <a:bodyPr/>
        <a:lstStyle/>
        <a:p>
          <a:pPr>
            <a:defRPr cap="all"/>
          </a:pPr>
          <a:r>
            <a:rPr lang="en-US"/>
            <a:t>The project shows how cloud technology can help small businesses grow with low costs and high efficiency.</a:t>
          </a:r>
        </a:p>
      </dgm:t>
    </dgm:pt>
    <dgm:pt modelId="{E2BD5419-28AF-4E4C-A9DE-F5CD5C974A3D}" type="parTrans" cxnId="{8818029F-25DA-4B34-A485-DEF4679A5289}">
      <dgm:prSet/>
      <dgm:spPr/>
      <dgm:t>
        <a:bodyPr/>
        <a:lstStyle/>
        <a:p>
          <a:endParaRPr lang="en-US"/>
        </a:p>
      </dgm:t>
    </dgm:pt>
    <dgm:pt modelId="{43D38321-781B-47B2-A6B7-6CC7443B9D76}" type="sibTrans" cxnId="{8818029F-25DA-4B34-A485-DEF4679A5289}">
      <dgm:prSet/>
      <dgm:spPr/>
      <dgm:t>
        <a:bodyPr/>
        <a:lstStyle/>
        <a:p>
          <a:endParaRPr lang="en-US"/>
        </a:p>
      </dgm:t>
    </dgm:pt>
    <dgm:pt modelId="{616732B3-27D0-4496-9261-9D29730047E4}">
      <dgm:prSet/>
      <dgm:spPr/>
      <dgm:t>
        <a:bodyPr/>
        <a:lstStyle/>
        <a:p>
          <a:pPr>
            <a:defRPr cap="all"/>
          </a:pPr>
          <a:r>
            <a:rPr lang="en-US" b="1"/>
            <a:t>Thank You! 🙏</a:t>
          </a:r>
          <a:endParaRPr lang="en-US"/>
        </a:p>
      </dgm:t>
    </dgm:pt>
    <dgm:pt modelId="{147A0549-4D8A-4093-A14E-7A944D122858}" type="parTrans" cxnId="{DB1A25E5-7635-4A3A-B6C1-C38E0DE1D592}">
      <dgm:prSet/>
      <dgm:spPr/>
      <dgm:t>
        <a:bodyPr/>
        <a:lstStyle/>
        <a:p>
          <a:endParaRPr lang="en-US"/>
        </a:p>
      </dgm:t>
    </dgm:pt>
    <dgm:pt modelId="{6AA8C76E-13A4-412E-ADD4-D7C708522735}" type="sibTrans" cxnId="{DB1A25E5-7635-4A3A-B6C1-C38E0DE1D592}">
      <dgm:prSet/>
      <dgm:spPr/>
      <dgm:t>
        <a:bodyPr/>
        <a:lstStyle/>
        <a:p>
          <a:endParaRPr lang="en-US"/>
        </a:p>
      </dgm:t>
    </dgm:pt>
    <dgm:pt modelId="{40DBD9EE-D4E1-4D48-BE4C-8D91E370B1B0}" type="pres">
      <dgm:prSet presAssocID="{CBB8322D-6568-49EA-86F4-CF71927D0A7B}" presName="root" presStyleCnt="0">
        <dgm:presLayoutVars>
          <dgm:dir/>
          <dgm:resizeHandles val="exact"/>
        </dgm:presLayoutVars>
      </dgm:prSet>
      <dgm:spPr/>
    </dgm:pt>
    <dgm:pt modelId="{DCE25BC2-37DD-45B1-B139-B969282067F3}" type="pres">
      <dgm:prSet presAssocID="{884BF84A-686E-4F27-BAD1-8765A5360218}" presName="compNode" presStyleCnt="0"/>
      <dgm:spPr/>
    </dgm:pt>
    <dgm:pt modelId="{26A00D59-C5D9-4565-A6B5-BC67B53841E8}" type="pres">
      <dgm:prSet presAssocID="{884BF84A-686E-4F27-BAD1-8765A5360218}" presName="iconBgRect" presStyleLbl="bgShp" presStyleIdx="0" presStyleCnt="5"/>
      <dgm:spPr/>
    </dgm:pt>
    <dgm:pt modelId="{B86C1346-9CD9-4315-97C7-FEAA343A9852}" type="pres">
      <dgm:prSet presAssocID="{884BF84A-686E-4F27-BAD1-8765A5360218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oud Computing"/>
        </a:ext>
      </dgm:extLst>
    </dgm:pt>
    <dgm:pt modelId="{2C38CDFB-866B-4FF1-8A83-C823E5958045}" type="pres">
      <dgm:prSet presAssocID="{884BF84A-686E-4F27-BAD1-8765A5360218}" presName="spaceRect" presStyleCnt="0"/>
      <dgm:spPr/>
    </dgm:pt>
    <dgm:pt modelId="{93800DAC-4C75-4663-BA1D-D96AB274E96C}" type="pres">
      <dgm:prSet presAssocID="{884BF84A-686E-4F27-BAD1-8765A5360218}" presName="textRect" presStyleLbl="revTx" presStyleIdx="0" presStyleCnt="5">
        <dgm:presLayoutVars>
          <dgm:chMax val="1"/>
          <dgm:chPref val="1"/>
        </dgm:presLayoutVars>
      </dgm:prSet>
      <dgm:spPr/>
    </dgm:pt>
    <dgm:pt modelId="{0DF0C513-5318-4D97-9BF0-C68F86E68552}" type="pres">
      <dgm:prSet presAssocID="{7D19EE37-F08A-43C1-AAC6-6D4DF7E31335}" presName="sibTrans" presStyleCnt="0"/>
      <dgm:spPr/>
    </dgm:pt>
    <dgm:pt modelId="{6C8E225F-D9D1-4015-9E8F-0FF8AC38B0BC}" type="pres">
      <dgm:prSet presAssocID="{D70D6ACD-342B-4628-AE89-A038D325C8C6}" presName="compNode" presStyleCnt="0"/>
      <dgm:spPr/>
    </dgm:pt>
    <dgm:pt modelId="{4E5B329F-9621-4A9C-BFFC-7BACA7F125EB}" type="pres">
      <dgm:prSet presAssocID="{D70D6ACD-342B-4628-AE89-A038D325C8C6}" presName="iconBgRect" presStyleLbl="bgShp" presStyleIdx="1" presStyleCnt="5"/>
      <dgm:spPr/>
    </dgm:pt>
    <dgm:pt modelId="{92A4E93C-B247-43D3-8675-BFAB50F19D13}" type="pres">
      <dgm:prSet presAssocID="{D70D6ACD-342B-4628-AE89-A038D325C8C6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yncing Cloud"/>
        </a:ext>
      </dgm:extLst>
    </dgm:pt>
    <dgm:pt modelId="{53A8D780-4CB3-4EF2-9525-C263A3FBCE49}" type="pres">
      <dgm:prSet presAssocID="{D70D6ACD-342B-4628-AE89-A038D325C8C6}" presName="spaceRect" presStyleCnt="0"/>
      <dgm:spPr/>
    </dgm:pt>
    <dgm:pt modelId="{53BA7E41-8EA3-4C7B-A78B-FCDD2E5DB910}" type="pres">
      <dgm:prSet presAssocID="{D70D6ACD-342B-4628-AE89-A038D325C8C6}" presName="textRect" presStyleLbl="revTx" presStyleIdx="1" presStyleCnt="5">
        <dgm:presLayoutVars>
          <dgm:chMax val="1"/>
          <dgm:chPref val="1"/>
        </dgm:presLayoutVars>
      </dgm:prSet>
      <dgm:spPr/>
    </dgm:pt>
    <dgm:pt modelId="{7D545465-0805-40BC-A8B2-53674E76F976}" type="pres">
      <dgm:prSet presAssocID="{78311783-C47B-4853-A7B9-E13254AA7071}" presName="sibTrans" presStyleCnt="0"/>
      <dgm:spPr/>
    </dgm:pt>
    <dgm:pt modelId="{C9D5E43D-949B-4912-AD5A-F7D8CCF51372}" type="pres">
      <dgm:prSet presAssocID="{BD355464-87F8-4DDF-930F-6AE6A6275A07}" presName="compNode" presStyleCnt="0"/>
      <dgm:spPr/>
    </dgm:pt>
    <dgm:pt modelId="{8B9A135A-DF26-4D5B-9D13-D24AC336515A}" type="pres">
      <dgm:prSet presAssocID="{BD355464-87F8-4DDF-930F-6AE6A6275A07}" presName="iconBgRect" presStyleLbl="bgShp" presStyleIdx="2" presStyleCnt="5"/>
      <dgm:spPr/>
    </dgm:pt>
    <dgm:pt modelId="{835C7ACF-D92B-49EC-8811-521AE6232183}" type="pres">
      <dgm:prSet presAssocID="{BD355464-87F8-4DDF-930F-6AE6A6275A07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C6938807-0523-4F62-8919-CB4B6C24396B}" type="pres">
      <dgm:prSet presAssocID="{BD355464-87F8-4DDF-930F-6AE6A6275A07}" presName="spaceRect" presStyleCnt="0"/>
      <dgm:spPr/>
    </dgm:pt>
    <dgm:pt modelId="{124E08DB-DA7A-4C20-A8AC-DD5617481D45}" type="pres">
      <dgm:prSet presAssocID="{BD355464-87F8-4DDF-930F-6AE6A6275A07}" presName="textRect" presStyleLbl="revTx" presStyleIdx="2" presStyleCnt="5">
        <dgm:presLayoutVars>
          <dgm:chMax val="1"/>
          <dgm:chPref val="1"/>
        </dgm:presLayoutVars>
      </dgm:prSet>
      <dgm:spPr/>
    </dgm:pt>
    <dgm:pt modelId="{2C16639B-17C2-46F9-81FF-DD9135DBB412}" type="pres">
      <dgm:prSet presAssocID="{355F08B8-5594-43B6-BC8A-B745783FA29E}" presName="sibTrans" presStyleCnt="0"/>
      <dgm:spPr/>
    </dgm:pt>
    <dgm:pt modelId="{710860FC-3C2B-4655-9807-922B1F2650E6}" type="pres">
      <dgm:prSet presAssocID="{BF1BFA72-DCDC-4F66-A6A9-887F5DBBF54E}" presName="compNode" presStyleCnt="0"/>
      <dgm:spPr/>
    </dgm:pt>
    <dgm:pt modelId="{45371DB1-B92A-4F9B-AE66-660520DDD305}" type="pres">
      <dgm:prSet presAssocID="{BF1BFA72-DCDC-4F66-A6A9-887F5DBBF54E}" presName="iconBgRect" presStyleLbl="bgShp" presStyleIdx="3" presStyleCnt="5"/>
      <dgm:spPr/>
    </dgm:pt>
    <dgm:pt modelId="{975CC520-A550-466E-BBB3-FEFCC90928EF}" type="pres">
      <dgm:prSet presAssocID="{BF1BFA72-DCDC-4F66-A6A9-887F5DBBF54E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oud"/>
        </a:ext>
      </dgm:extLst>
    </dgm:pt>
    <dgm:pt modelId="{D1351653-A755-4507-B1EF-D173CF81AE1E}" type="pres">
      <dgm:prSet presAssocID="{BF1BFA72-DCDC-4F66-A6A9-887F5DBBF54E}" presName="spaceRect" presStyleCnt="0"/>
      <dgm:spPr/>
    </dgm:pt>
    <dgm:pt modelId="{B0103259-8203-4EF5-BA7C-BD170F396F86}" type="pres">
      <dgm:prSet presAssocID="{BF1BFA72-DCDC-4F66-A6A9-887F5DBBF54E}" presName="textRect" presStyleLbl="revTx" presStyleIdx="3" presStyleCnt="5">
        <dgm:presLayoutVars>
          <dgm:chMax val="1"/>
          <dgm:chPref val="1"/>
        </dgm:presLayoutVars>
      </dgm:prSet>
      <dgm:spPr/>
    </dgm:pt>
    <dgm:pt modelId="{CA2B8A2A-7482-4A67-84DF-58FCDF865CB8}" type="pres">
      <dgm:prSet presAssocID="{43D38321-781B-47B2-A6B7-6CC7443B9D76}" presName="sibTrans" presStyleCnt="0"/>
      <dgm:spPr/>
    </dgm:pt>
    <dgm:pt modelId="{1CFD6038-B71B-4801-AF23-9975AC95AD33}" type="pres">
      <dgm:prSet presAssocID="{616732B3-27D0-4496-9261-9D29730047E4}" presName="compNode" presStyleCnt="0"/>
      <dgm:spPr/>
    </dgm:pt>
    <dgm:pt modelId="{AC3F1B6C-C76C-4E44-B706-EEA0D57CEC21}" type="pres">
      <dgm:prSet presAssocID="{616732B3-27D0-4496-9261-9D29730047E4}" presName="iconBgRect" presStyleLbl="bgShp" presStyleIdx="4" presStyleCnt="5"/>
      <dgm:spPr/>
    </dgm:pt>
    <dgm:pt modelId="{A7D0343E-40AD-4017-BD3E-16E950F3F801}" type="pres">
      <dgm:prSet presAssocID="{616732B3-27D0-4496-9261-9D29730047E4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unglasses Face with Solid Fill"/>
        </a:ext>
      </dgm:extLst>
    </dgm:pt>
    <dgm:pt modelId="{21A9504A-3411-4E74-BF08-1347D0F0308C}" type="pres">
      <dgm:prSet presAssocID="{616732B3-27D0-4496-9261-9D29730047E4}" presName="spaceRect" presStyleCnt="0"/>
      <dgm:spPr/>
    </dgm:pt>
    <dgm:pt modelId="{BB9A8B91-AF29-4481-8439-C83EA33548F1}" type="pres">
      <dgm:prSet presAssocID="{616732B3-27D0-4496-9261-9D29730047E4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08B98824-BBCB-4871-A937-19FB81C2DCEA}" type="presOf" srcId="{884BF84A-686E-4F27-BAD1-8765A5360218}" destId="{93800DAC-4C75-4663-BA1D-D96AB274E96C}" srcOrd="0" destOrd="0" presId="urn:microsoft.com/office/officeart/2018/5/layout/IconCircleLabelList"/>
    <dgm:cxn modelId="{A9B77756-F776-4108-8993-354955716700}" srcId="{CBB8322D-6568-49EA-86F4-CF71927D0A7B}" destId="{884BF84A-686E-4F27-BAD1-8765A5360218}" srcOrd="0" destOrd="0" parTransId="{0975B79A-2B00-4D44-ABB3-CA33EB83069E}" sibTransId="{7D19EE37-F08A-43C1-AAC6-6D4DF7E31335}"/>
    <dgm:cxn modelId="{69669586-FF1C-41D2-8102-109F709648ED}" type="presOf" srcId="{D70D6ACD-342B-4628-AE89-A038D325C8C6}" destId="{53BA7E41-8EA3-4C7B-A78B-FCDD2E5DB910}" srcOrd="0" destOrd="0" presId="urn:microsoft.com/office/officeart/2018/5/layout/IconCircleLabelList"/>
    <dgm:cxn modelId="{13462F90-683D-4D72-8663-6E2084539D8B}" srcId="{CBB8322D-6568-49EA-86F4-CF71927D0A7B}" destId="{D70D6ACD-342B-4628-AE89-A038D325C8C6}" srcOrd="1" destOrd="0" parTransId="{F2DAB5B7-1F6F-40C2-B8F5-99F675A31A20}" sibTransId="{78311783-C47B-4853-A7B9-E13254AA7071}"/>
    <dgm:cxn modelId="{8818029F-25DA-4B34-A485-DEF4679A5289}" srcId="{CBB8322D-6568-49EA-86F4-CF71927D0A7B}" destId="{BF1BFA72-DCDC-4F66-A6A9-887F5DBBF54E}" srcOrd="3" destOrd="0" parTransId="{E2BD5419-28AF-4E4C-A9DE-F5CD5C974A3D}" sibTransId="{43D38321-781B-47B2-A6B7-6CC7443B9D76}"/>
    <dgm:cxn modelId="{BD9EAAC7-49ED-4614-AB01-ADD76EEE6440}" type="presOf" srcId="{BF1BFA72-DCDC-4F66-A6A9-887F5DBBF54E}" destId="{B0103259-8203-4EF5-BA7C-BD170F396F86}" srcOrd="0" destOrd="0" presId="urn:microsoft.com/office/officeart/2018/5/layout/IconCircleLabelList"/>
    <dgm:cxn modelId="{B24B06CD-B3E1-4EE1-97B1-5923CBD69CD2}" type="presOf" srcId="{616732B3-27D0-4496-9261-9D29730047E4}" destId="{BB9A8B91-AF29-4481-8439-C83EA33548F1}" srcOrd="0" destOrd="0" presId="urn:microsoft.com/office/officeart/2018/5/layout/IconCircleLabelList"/>
    <dgm:cxn modelId="{6FFA94D0-805D-4958-9308-304CE15E2142}" type="presOf" srcId="{BD355464-87F8-4DDF-930F-6AE6A6275A07}" destId="{124E08DB-DA7A-4C20-A8AC-DD5617481D45}" srcOrd="0" destOrd="0" presId="urn:microsoft.com/office/officeart/2018/5/layout/IconCircleLabelList"/>
    <dgm:cxn modelId="{DB1A25E5-7635-4A3A-B6C1-C38E0DE1D592}" srcId="{CBB8322D-6568-49EA-86F4-CF71927D0A7B}" destId="{616732B3-27D0-4496-9261-9D29730047E4}" srcOrd="4" destOrd="0" parTransId="{147A0549-4D8A-4093-A14E-7A944D122858}" sibTransId="{6AA8C76E-13A4-412E-ADD4-D7C708522735}"/>
    <dgm:cxn modelId="{24C7B5FA-0AF9-4B49-86CB-36C724884929}" srcId="{CBB8322D-6568-49EA-86F4-CF71927D0A7B}" destId="{BD355464-87F8-4DDF-930F-6AE6A6275A07}" srcOrd="2" destOrd="0" parTransId="{285A70D8-A1AE-4E42-B505-16D7523713A1}" sibTransId="{355F08B8-5594-43B6-BC8A-B745783FA29E}"/>
    <dgm:cxn modelId="{A0270AFF-2559-4C2C-BFB9-A41EF29D3EAB}" type="presOf" srcId="{CBB8322D-6568-49EA-86F4-CF71927D0A7B}" destId="{40DBD9EE-D4E1-4D48-BE4C-8D91E370B1B0}" srcOrd="0" destOrd="0" presId="urn:microsoft.com/office/officeart/2018/5/layout/IconCircleLabelList"/>
    <dgm:cxn modelId="{56D0EDE7-749C-43E0-95B4-E9DA87CF4EA5}" type="presParOf" srcId="{40DBD9EE-D4E1-4D48-BE4C-8D91E370B1B0}" destId="{DCE25BC2-37DD-45B1-B139-B969282067F3}" srcOrd="0" destOrd="0" presId="urn:microsoft.com/office/officeart/2018/5/layout/IconCircleLabelList"/>
    <dgm:cxn modelId="{D8C1E238-809C-431A-83F9-593973F94C5B}" type="presParOf" srcId="{DCE25BC2-37DD-45B1-B139-B969282067F3}" destId="{26A00D59-C5D9-4565-A6B5-BC67B53841E8}" srcOrd="0" destOrd="0" presId="urn:microsoft.com/office/officeart/2018/5/layout/IconCircleLabelList"/>
    <dgm:cxn modelId="{CA303B10-4587-48E1-B8F2-EB34D0D7788A}" type="presParOf" srcId="{DCE25BC2-37DD-45B1-B139-B969282067F3}" destId="{B86C1346-9CD9-4315-97C7-FEAA343A9852}" srcOrd="1" destOrd="0" presId="urn:microsoft.com/office/officeart/2018/5/layout/IconCircleLabelList"/>
    <dgm:cxn modelId="{C442271C-5138-4D87-B9C8-EA8F602FCCF3}" type="presParOf" srcId="{DCE25BC2-37DD-45B1-B139-B969282067F3}" destId="{2C38CDFB-866B-4FF1-8A83-C823E5958045}" srcOrd="2" destOrd="0" presId="urn:microsoft.com/office/officeart/2018/5/layout/IconCircleLabelList"/>
    <dgm:cxn modelId="{E82B5EDA-EE46-46F6-844F-B1A6C5B6FC7A}" type="presParOf" srcId="{DCE25BC2-37DD-45B1-B139-B969282067F3}" destId="{93800DAC-4C75-4663-BA1D-D96AB274E96C}" srcOrd="3" destOrd="0" presId="urn:microsoft.com/office/officeart/2018/5/layout/IconCircleLabelList"/>
    <dgm:cxn modelId="{FACC1061-E6EF-4CDA-B245-5CB0D4A94182}" type="presParOf" srcId="{40DBD9EE-D4E1-4D48-BE4C-8D91E370B1B0}" destId="{0DF0C513-5318-4D97-9BF0-C68F86E68552}" srcOrd="1" destOrd="0" presId="urn:microsoft.com/office/officeart/2018/5/layout/IconCircleLabelList"/>
    <dgm:cxn modelId="{09CFD375-A943-459A-8006-81EFDBE54F91}" type="presParOf" srcId="{40DBD9EE-D4E1-4D48-BE4C-8D91E370B1B0}" destId="{6C8E225F-D9D1-4015-9E8F-0FF8AC38B0BC}" srcOrd="2" destOrd="0" presId="urn:microsoft.com/office/officeart/2018/5/layout/IconCircleLabelList"/>
    <dgm:cxn modelId="{6D9565F1-7C22-4224-B0E5-8E4DE67CE67E}" type="presParOf" srcId="{6C8E225F-D9D1-4015-9E8F-0FF8AC38B0BC}" destId="{4E5B329F-9621-4A9C-BFFC-7BACA7F125EB}" srcOrd="0" destOrd="0" presId="urn:microsoft.com/office/officeart/2018/5/layout/IconCircleLabelList"/>
    <dgm:cxn modelId="{E464DF5F-6ACD-4519-8742-6DB57E8323DC}" type="presParOf" srcId="{6C8E225F-D9D1-4015-9E8F-0FF8AC38B0BC}" destId="{92A4E93C-B247-43D3-8675-BFAB50F19D13}" srcOrd="1" destOrd="0" presId="urn:microsoft.com/office/officeart/2018/5/layout/IconCircleLabelList"/>
    <dgm:cxn modelId="{0A0761FB-C626-44B5-B8B5-5E7F181FB413}" type="presParOf" srcId="{6C8E225F-D9D1-4015-9E8F-0FF8AC38B0BC}" destId="{53A8D780-4CB3-4EF2-9525-C263A3FBCE49}" srcOrd="2" destOrd="0" presId="urn:microsoft.com/office/officeart/2018/5/layout/IconCircleLabelList"/>
    <dgm:cxn modelId="{616448A8-CC3A-4912-9F44-8DBD04F2321D}" type="presParOf" srcId="{6C8E225F-D9D1-4015-9E8F-0FF8AC38B0BC}" destId="{53BA7E41-8EA3-4C7B-A78B-FCDD2E5DB910}" srcOrd="3" destOrd="0" presId="urn:microsoft.com/office/officeart/2018/5/layout/IconCircleLabelList"/>
    <dgm:cxn modelId="{9928BDEC-A404-4F5B-AA4B-F9092E36C82F}" type="presParOf" srcId="{40DBD9EE-D4E1-4D48-BE4C-8D91E370B1B0}" destId="{7D545465-0805-40BC-A8B2-53674E76F976}" srcOrd="3" destOrd="0" presId="urn:microsoft.com/office/officeart/2018/5/layout/IconCircleLabelList"/>
    <dgm:cxn modelId="{70A04068-2883-49CD-A9B2-30DA41F1703E}" type="presParOf" srcId="{40DBD9EE-D4E1-4D48-BE4C-8D91E370B1B0}" destId="{C9D5E43D-949B-4912-AD5A-F7D8CCF51372}" srcOrd="4" destOrd="0" presId="urn:microsoft.com/office/officeart/2018/5/layout/IconCircleLabelList"/>
    <dgm:cxn modelId="{30EBB7D2-554A-4263-8BB9-25C30E99AB97}" type="presParOf" srcId="{C9D5E43D-949B-4912-AD5A-F7D8CCF51372}" destId="{8B9A135A-DF26-4D5B-9D13-D24AC336515A}" srcOrd="0" destOrd="0" presId="urn:microsoft.com/office/officeart/2018/5/layout/IconCircleLabelList"/>
    <dgm:cxn modelId="{D42D1D69-2233-4812-A7AF-3EC21FF4AC47}" type="presParOf" srcId="{C9D5E43D-949B-4912-AD5A-F7D8CCF51372}" destId="{835C7ACF-D92B-49EC-8811-521AE6232183}" srcOrd="1" destOrd="0" presId="urn:microsoft.com/office/officeart/2018/5/layout/IconCircleLabelList"/>
    <dgm:cxn modelId="{3DB681F0-AC2A-4186-828A-13B0CD7A1FF7}" type="presParOf" srcId="{C9D5E43D-949B-4912-AD5A-F7D8CCF51372}" destId="{C6938807-0523-4F62-8919-CB4B6C24396B}" srcOrd="2" destOrd="0" presId="urn:microsoft.com/office/officeart/2018/5/layout/IconCircleLabelList"/>
    <dgm:cxn modelId="{21BEEDA8-D871-4F81-A9FA-0AAE285A17C8}" type="presParOf" srcId="{C9D5E43D-949B-4912-AD5A-F7D8CCF51372}" destId="{124E08DB-DA7A-4C20-A8AC-DD5617481D45}" srcOrd="3" destOrd="0" presId="urn:microsoft.com/office/officeart/2018/5/layout/IconCircleLabelList"/>
    <dgm:cxn modelId="{B9417252-5F50-4E58-9494-B19F033D4B39}" type="presParOf" srcId="{40DBD9EE-D4E1-4D48-BE4C-8D91E370B1B0}" destId="{2C16639B-17C2-46F9-81FF-DD9135DBB412}" srcOrd="5" destOrd="0" presId="urn:microsoft.com/office/officeart/2018/5/layout/IconCircleLabelList"/>
    <dgm:cxn modelId="{897A3530-E2F4-41E3-A7CF-67B33E3FAD4B}" type="presParOf" srcId="{40DBD9EE-D4E1-4D48-BE4C-8D91E370B1B0}" destId="{710860FC-3C2B-4655-9807-922B1F2650E6}" srcOrd="6" destOrd="0" presId="urn:microsoft.com/office/officeart/2018/5/layout/IconCircleLabelList"/>
    <dgm:cxn modelId="{97E0DAC2-5066-48BC-9E4B-057AB1F169EB}" type="presParOf" srcId="{710860FC-3C2B-4655-9807-922B1F2650E6}" destId="{45371DB1-B92A-4F9B-AE66-660520DDD305}" srcOrd="0" destOrd="0" presId="urn:microsoft.com/office/officeart/2018/5/layout/IconCircleLabelList"/>
    <dgm:cxn modelId="{32A8B3EE-B852-4647-991F-87139B205042}" type="presParOf" srcId="{710860FC-3C2B-4655-9807-922B1F2650E6}" destId="{975CC520-A550-466E-BBB3-FEFCC90928EF}" srcOrd="1" destOrd="0" presId="urn:microsoft.com/office/officeart/2018/5/layout/IconCircleLabelList"/>
    <dgm:cxn modelId="{77E9584B-835C-4B72-A365-A37277633176}" type="presParOf" srcId="{710860FC-3C2B-4655-9807-922B1F2650E6}" destId="{D1351653-A755-4507-B1EF-D173CF81AE1E}" srcOrd="2" destOrd="0" presId="urn:microsoft.com/office/officeart/2018/5/layout/IconCircleLabelList"/>
    <dgm:cxn modelId="{05446519-48A5-41FB-AA0C-23AB5F378F66}" type="presParOf" srcId="{710860FC-3C2B-4655-9807-922B1F2650E6}" destId="{B0103259-8203-4EF5-BA7C-BD170F396F86}" srcOrd="3" destOrd="0" presId="urn:microsoft.com/office/officeart/2018/5/layout/IconCircleLabelList"/>
    <dgm:cxn modelId="{DBE9F43C-1075-47AF-A464-5FB4DEC3EEFE}" type="presParOf" srcId="{40DBD9EE-D4E1-4D48-BE4C-8D91E370B1B0}" destId="{CA2B8A2A-7482-4A67-84DF-58FCDF865CB8}" srcOrd="7" destOrd="0" presId="urn:microsoft.com/office/officeart/2018/5/layout/IconCircleLabelList"/>
    <dgm:cxn modelId="{60C49454-D059-452A-9448-2E8020FB7800}" type="presParOf" srcId="{40DBD9EE-D4E1-4D48-BE4C-8D91E370B1B0}" destId="{1CFD6038-B71B-4801-AF23-9975AC95AD33}" srcOrd="8" destOrd="0" presId="urn:microsoft.com/office/officeart/2018/5/layout/IconCircleLabelList"/>
    <dgm:cxn modelId="{B6B280EC-46AF-49C1-9D37-D69B4F2B1C44}" type="presParOf" srcId="{1CFD6038-B71B-4801-AF23-9975AC95AD33}" destId="{AC3F1B6C-C76C-4E44-B706-EEA0D57CEC21}" srcOrd="0" destOrd="0" presId="urn:microsoft.com/office/officeart/2018/5/layout/IconCircleLabelList"/>
    <dgm:cxn modelId="{9A42FF1F-896B-411E-B94E-A3011A29B253}" type="presParOf" srcId="{1CFD6038-B71B-4801-AF23-9975AC95AD33}" destId="{A7D0343E-40AD-4017-BD3E-16E950F3F801}" srcOrd="1" destOrd="0" presId="urn:microsoft.com/office/officeart/2018/5/layout/IconCircleLabelList"/>
    <dgm:cxn modelId="{71FFA84B-11AC-463C-8EFB-05CE9A716583}" type="presParOf" srcId="{1CFD6038-B71B-4801-AF23-9975AC95AD33}" destId="{21A9504A-3411-4E74-BF08-1347D0F0308C}" srcOrd="2" destOrd="0" presId="urn:microsoft.com/office/officeart/2018/5/layout/IconCircleLabelList"/>
    <dgm:cxn modelId="{6328F3E5-A725-4831-B9DB-D17A67E5D678}" type="presParOf" srcId="{1CFD6038-B71B-4801-AF23-9975AC95AD33}" destId="{BB9A8B91-AF29-4481-8439-C83EA33548F1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D4C6003-CE7B-4682-B2A4-2903781A1060}">
      <dsp:nvSpPr>
        <dsp:cNvPr id="0" name=""/>
        <dsp:cNvSpPr/>
      </dsp:nvSpPr>
      <dsp:spPr>
        <a:xfrm>
          <a:off x="0" y="3399"/>
          <a:ext cx="10515600" cy="72408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FF56F47-D16F-4A67-90B7-DBDB1C894E3B}">
      <dsp:nvSpPr>
        <dsp:cNvPr id="0" name=""/>
        <dsp:cNvSpPr/>
      </dsp:nvSpPr>
      <dsp:spPr>
        <a:xfrm>
          <a:off x="219037" y="166319"/>
          <a:ext cx="398249" cy="39824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58E480D-D7BE-45A4-9D66-C7B2D5E26CF6}">
      <dsp:nvSpPr>
        <dsp:cNvPr id="0" name=""/>
        <dsp:cNvSpPr/>
      </dsp:nvSpPr>
      <dsp:spPr>
        <a:xfrm>
          <a:off x="836323" y="3399"/>
          <a:ext cx="9679276" cy="724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33" tIns="76633" rIns="76633" bIns="76633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/>
            <a:t>Low Cost</a:t>
          </a:r>
          <a:br>
            <a:rPr lang="en-US" sz="1800" b="1" kern="1200"/>
          </a:br>
          <a:r>
            <a:rPr lang="en-US" sz="1800" b="1" kern="1200"/>
            <a:t> AWS Free Tier allows the restaurant to host the website at almost no cost.</a:t>
          </a:r>
          <a:endParaRPr lang="en-US" sz="1800" kern="1200"/>
        </a:p>
      </dsp:txBody>
      <dsp:txXfrm>
        <a:off x="836323" y="3399"/>
        <a:ext cx="9679276" cy="724089"/>
      </dsp:txXfrm>
    </dsp:sp>
    <dsp:sp modelId="{28A796B8-811C-447C-AF09-E6D29C0CF007}">
      <dsp:nvSpPr>
        <dsp:cNvPr id="0" name=""/>
        <dsp:cNvSpPr/>
      </dsp:nvSpPr>
      <dsp:spPr>
        <a:xfrm>
          <a:off x="0" y="908511"/>
          <a:ext cx="10515600" cy="72408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FB0DA61-E244-4C0E-A09C-C5B7D0A3459B}">
      <dsp:nvSpPr>
        <dsp:cNvPr id="0" name=""/>
        <dsp:cNvSpPr/>
      </dsp:nvSpPr>
      <dsp:spPr>
        <a:xfrm>
          <a:off x="219037" y="1071431"/>
          <a:ext cx="398249" cy="39824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B327CD7-C761-42E6-9FCB-773052A81AD8}">
      <dsp:nvSpPr>
        <dsp:cNvPr id="0" name=""/>
        <dsp:cNvSpPr/>
      </dsp:nvSpPr>
      <dsp:spPr>
        <a:xfrm>
          <a:off x="836323" y="908511"/>
          <a:ext cx="9679276" cy="724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33" tIns="76633" rIns="76633" bIns="76633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/>
            <a:t>Reliability</a:t>
          </a:r>
          <a:br>
            <a:rPr lang="en-US" sz="1800" b="1" kern="1200"/>
          </a:br>
          <a:r>
            <a:rPr lang="en-US" sz="1800" b="1" kern="1200"/>
            <a:t> The site stays available 24/7, giving customers constant access to bookings and menus.</a:t>
          </a:r>
          <a:endParaRPr lang="en-US" sz="1800" kern="1200"/>
        </a:p>
      </dsp:txBody>
      <dsp:txXfrm>
        <a:off x="836323" y="908511"/>
        <a:ext cx="9679276" cy="724089"/>
      </dsp:txXfrm>
    </dsp:sp>
    <dsp:sp modelId="{6E686921-29BE-493B-B17D-EECDCBE0CA8A}">
      <dsp:nvSpPr>
        <dsp:cNvPr id="0" name=""/>
        <dsp:cNvSpPr/>
      </dsp:nvSpPr>
      <dsp:spPr>
        <a:xfrm>
          <a:off x="0" y="1813624"/>
          <a:ext cx="10515600" cy="72408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B826187-6B23-4A95-B49A-2D23FABA5376}">
      <dsp:nvSpPr>
        <dsp:cNvPr id="0" name=""/>
        <dsp:cNvSpPr/>
      </dsp:nvSpPr>
      <dsp:spPr>
        <a:xfrm>
          <a:off x="219037" y="1976544"/>
          <a:ext cx="398249" cy="39824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54388CA-5B32-496A-94F3-87775A7482C9}">
      <dsp:nvSpPr>
        <dsp:cNvPr id="0" name=""/>
        <dsp:cNvSpPr/>
      </dsp:nvSpPr>
      <dsp:spPr>
        <a:xfrm>
          <a:off x="836323" y="1813624"/>
          <a:ext cx="9679276" cy="724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33" tIns="76633" rIns="76633" bIns="76633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/>
            <a:t>Security</a:t>
          </a:r>
          <a:br>
            <a:rPr lang="en-US" sz="1800" b="1" kern="1200"/>
          </a:br>
          <a:r>
            <a:rPr lang="en-US" sz="1800" b="1" kern="1200"/>
            <a:t> IAM ensures only authorized users can manage the website files.</a:t>
          </a:r>
          <a:endParaRPr lang="en-US" sz="1800" kern="1200"/>
        </a:p>
      </dsp:txBody>
      <dsp:txXfrm>
        <a:off x="836323" y="1813624"/>
        <a:ext cx="9679276" cy="724089"/>
      </dsp:txXfrm>
    </dsp:sp>
    <dsp:sp modelId="{715A92A6-2A63-43B9-8D36-26AD0E53EF5F}">
      <dsp:nvSpPr>
        <dsp:cNvPr id="0" name=""/>
        <dsp:cNvSpPr/>
      </dsp:nvSpPr>
      <dsp:spPr>
        <a:xfrm>
          <a:off x="0" y="2718736"/>
          <a:ext cx="10515600" cy="72408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79163DA-FF07-47AA-9C59-BE7AECB4C340}">
      <dsp:nvSpPr>
        <dsp:cNvPr id="0" name=""/>
        <dsp:cNvSpPr/>
      </dsp:nvSpPr>
      <dsp:spPr>
        <a:xfrm>
          <a:off x="219037" y="2881656"/>
          <a:ext cx="398249" cy="39824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3C1FC18-DF39-4742-893E-4163DDC1AF07}">
      <dsp:nvSpPr>
        <dsp:cNvPr id="0" name=""/>
        <dsp:cNvSpPr/>
      </dsp:nvSpPr>
      <dsp:spPr>
        <a:xfrm>
          <a:off x="836323" y="2718736"/>
          <a:ext cx="9679276" cy="724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33" tIns="76633" rIns="76633" bIns="76633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/>
            <a:t>Scalability</a:t>
          </a:r>
          <a:br>
            <a:rPr lang="en-US" sz="1800" b="1" kern="1200"/>
          </a:br>
          <a:r>
            <a:rPr lang="en-US" sz="1800" b="1" kern="1200"/>
            <a:t> As the business grows, AWS can easily handle more traffic without extra hardware.</a:t>
          </a:r>
          <a:endParaRPr lang="en-US" sz="1800" kern="1200"/>
        </a:p>
      </dsp:txBody>
      <dsp:txXfrm>
        <a:off x="836323" y="2718736"/>
        <a:ext cx="9679276" cy="724089"/>
      </dsp:txXfrm>
    </dsp:sp>
    <dsp:sp modelId="{6D3DBD81-C626-4E96-8B16-D5DF48EC17D7}">
      <dsp:nvSpPr>
        <dsp:cNvPr id="0" name=""/>
        <dsp:cNvSpPr/>
      </dsp:nvSpPr>
      <dsp:spPr>
        <a:xfrm>
          <a:off x="0" y="3623848"/>
          <a:ext cx="10515600" cy="72408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6E4C705-F829-42C7-A1D0-1811B6A25E2A}">
      <dsp:nvSpPr>
        <dsp:cNvPr id="0" name=""/>
        <dsp:cNvSpPr/>
      </dsp:nvSpPr>
      <dsp:spPr>
        <a:xfrm>
          <a:off x="219037" y="3786768"/>
          <a:ext cx="398249" cy="398249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1D3A8BE-9E36-4EDF-81D2-D27B25AF3B2E}">
      <dsp:nvSpPr>
        <dsp:cNvPr id="0" name=""/>
        <dsp:cNvSpPr/>
      </dsp:nvSpPr>
      <dsp:spPr>
        <a:xfrm>
          <a:off x="836323" y="3623848"/>
          <a:ext cx="9679276" cy="724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33" tIns="76633" rIns="76633" bIns="76633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/>
            <a:t>Simplicity</a:t>
          </a:r>
          <a:br>
            <a:rPr lang="en-US" sz="1800" b="1" kern="1200"/>
          </a:br>
          <a:r>
            <a:rPr lang="en-US" sz="1800" b="1" kern="1200"/>
            <a:t> AWS services are easy to use and reduce the need for technical staff.</a:t>
          </a:r>
          <a:endParaRPr lang="en-US" sz="1800" kern="1200"/>
        </a:p>
      </dsp:txBody>
      <dsp:txXfrm>
        <a:off x="836323" y="3623848"/>
        <a:ext cx="9679276" cy="72408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02FE3F4-32A2-420A-9ED5-08C1BD21CE10}">
      <dsp:nvSpPr>
        <dsp:cNvPr id="0" name=""/>
        <dsp:cNvSpPr/>
      </dsp:nvSpPr>
      <dsp:spPr>
        <a:xfrm>
          <a:off x="0" y="96709"/>
          <a:ext cx="6666833" cy="99450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Learned how to </a:t>
          </a:r>
          <a:r>
            <a:rPr lang="en-US" sz="2500" b="1" kern="1200"/>
            <a:t>create and host a website</a:t>
          </a:r>
          <a:r>
            <a:rPr lang="en-US" sz="2500" kern="1200"/>
            <a:t> using Amazon S3.</a:t>
          </a:r>
        </a:p>
      </dsp:txBody>
      <dsp:txXfrm>
        <a:off x="48547" y="145256"/>
        <a:ext cx="6569739" cy="897406"/>
      </dsp:txXfrm>
    </dsp:sp>
    <dsp:sp modelId="{17F6231B-6094-4A36-8B38-88FBE91BAF3A}">
      <dsp:nvSpPr>
        <dsp:cNvPr id="0" name=""/>
        <dsp:cNvSpPr/>
      </dsp:nvSpPr>
      <dsp:spPr>
        <a:xfrm>
          <a:off x="0" y="1163209"/>
          <a:ext cx="6666833" cy="994500"/>
        </a:xfrm>
        <a:prstGeom prst="roundRect">
          <a:avLst/>
        </a:prstGeom>
        <a:gradFill rotWithShape="0">
          <a:gsLst>
            <a:gs pos="0">
              <a:schemeClr val="accent2">
                <a:hueOff val="1610903"/>
                <a:satOff val="-4623"/>
                <a:lumOff val="-740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1610903"/>
                <a:satOff val="-4623"/>
                <a:lumOff val="-740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1610903"/>
                <a:satOff val="-4623"/>
                <a:lumOff val="-740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Gained experience in </a:t>
          </a:r>
          <a:r>
            <a:rPr lang="en-US" sz="2500" b="1" kern="1200"/>
            <a:t>setting bucket policies</a:t>
          </a:r>
          <a:r>
            <a:rPr lang="en-US" sz="2500" kern="1200"/>
            <a:t> and managing access with IAM.</a:t>
          </a:r>
        </a:p>
      </dsp:txBody>
      <dsp:txXfrm>
        <a:off x="48547" y="1211756"/>
        <a:ext cx="6569739" cy="897406"/>
      </dsp:txXfrm>
    </dsp:sp>
    <dsp:sp modelId="{788E50A0-38A7-4B37-9E73-B01D95F10032}">
      <dsp:nvSpPr>
        <dsp:cNvPr id="0" name=""/>
        <dsp:cNvSpPr/>
      </dsp:nvSpPr>
      <dsp:spPr>
        <a:xfrm>
          <a:off x="0" y="2229710"/>
          <a:ext cx="6666833" cy="994500"/>
        </a:xfrm>
        <a:prstGeom prst="roundRect">
          <a:avLst/>
        </a:prstGeom>
        <a:gradFill rotWithShape="0">
          <a:gsLst>
            <a:gs pos="0">
              <a:schemeClr val="accent2">
                <a:hueOff val="3221806"/>
                <a:satOff val="-9246"/>
                <a:lumOff val="-1480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3221806"/>
                <a:satOff val="-9246"/>
                <a:lumOff val="-1480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3221806"/>
                <a:satOff val="-9246"/>
                <a:lumOff val="-1480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Explored how </a:t>
          </a:r>
          <a:r>
            <a:rPr lang="en-US" sz="2500" b="1" kern="1200"/>
            <a:t>CloudWatch</a:t>
          </a:r>
          <a:r>
            <a:rPr lang="en-US" sz="2500" kern="1200"/>
            <a:t> helps monitor website performance.</a:t>
          </a:r>
        </a:p>
      </dsp:txBody>
      <dsp:txXfrm>
        <a:off x="48547" y="2278257"/>
        <a:ext cx="6569739" cy="897406"/>
      </dsp:txXfrm>
    </dsp:sp>
    <dsp:sp modelId="{CE2ACFDB-A133-45EB-93BF-F89C0FACB05A}">
      <dsp:nvSpPr>
        <dsp:cNvPr id="0" name=""/>
        <dsp:cNvSpPr/>
      </dsp:nvSpPr>
      <dsp:spPr>
        <a:xfrm>
          <a:off x="0" y="3296210"/>
          <a:ext cx="6666833" cy="994500"/>
        </a:xfrm>
        <a:prstGeom prst="roundRect">
          <a:avLst/>
        </a:prstGeom>
        <a:gradFill rotWithShape="0">
          <a:gsLst>
            <a:gs pos="0">
              <a:schemeClr val="accent2">
                <a:hueOff val="4832709"/>
                <a:satOff val="-13870"/>
                <a:lumOff val="-22207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4832709"/>
                <a:satOff val="-13870"/>
                <a:lumOff val="-22207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4832709"/>
                <a:satOff val="-13870"/>
                <a:lumOff val="-22207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Improved teamwork, communication, and project coordination.</a:t>
          </a:r>
        </a:p>
      </dsp:txBody>
      <dsp:txXfrm>
        <a:off x="48547" y="3344757"/>
        <a:ext cx="6569739" cy="897406"/>
      </dsp:txXfrm>
    </dsp:sp>
    <dsp:sp modelId="{5183400C-F063-4327-AF59-2E3DAA3B72C9}">
      <dsp:nvSpPr>
        <dsp:cNvPr id="0" name=""/>
        <dsp:cNvSpPr/>
      </dsp:nvSpPr>
      <dsp:spPr>
        <a:xfrm>
          <a:off x="0" y="4362710"/>
          <a:ext cx="6666833" cy="994500"/>
        </a:xfrm>
        <a:prstGeom prst="roundRect">
          <a:avLst/>
        </a:prstGeom>
        <a:gradFill rotWithShape="0">
          <a:gsLst>
            <a:gs pos="0">
              <a:schemeClr val="accent2">
                <a:hueOff val="6443612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2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2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Understood how AWS helps small businesses solve real challenges.</a:t>
          </a:r>
        </a:p>
      </dsp:txBody>
      <dsp:txXfrm>
        <a:off x="48547" y="4411257"/>
        <a:ext cx="6569739" cy="89740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6A00D59-C5D9-4565-A6B5-BC67B53841E8}">
      <dsp:nvSpPr>
        <dsp:cNvPr id="0" name=""/>
        <dsp:cNvSpPr/>
      </dsp:nvSpPr>
      <dsp:spPr>
        <a:xfrm>
          <a:off x="684914" y="982652"/>
          <a:ext cx="1098000" cy="109800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86C1346-9CD9-4315-97C7-FEAA343A9852}">
      <dsp:nvSpPr>
        <dsp:cNvPr id="0" name=""/>
        <dsp:cNvSpPr/>
      </dsp:nvSpPr>
      <dsp:spPr>
        <a:xfrm>
          <a:off x="918914" y="1216652"/>
          <a:ext cx="630000" cy="63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3800DAC-4C75-4663-BA1D-D96AB274E96C}">
      <dsp:nvSpPr>
        <dsp:cNvPr id="0" name=""/>
        <dsp:cNvSpPr/>
      </dsp:nvSpPr>
      <dsp:spPr>
        <a:xfrm>
          <a:off x="333914" y="2422652"/>
          <a:ext cx="1800000" cy="787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AWS helped us solve the restaurant’s real business challenges.</a:t>
          </a:r>
        </a:p>
      </dsp:txBody>
      <dsp:txXfrm>
        <a:off x="333914" y="2422652"/>
        <a:ext cx="1800000" cy="787500"/>
      </dsp:txXfrm>
    </dsp:sp>
    <dsp:sp modelId="{4E5B329F-9621-4A9C-BFFC-7BACA7F125EB}">
      <dsp:nvSpPr>
        <dsp:cNvPr id="0" name=""/>
        <dsp:cNvSpPr/>
      </dsp:nvSpPr>
      <dsp:spPr>
        <a:xfrm>
          <a:off x="2799914" y="982652"/>
          <a:ext cx="1098000" cy="109800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2A4E93C-B247-43D3-8675-BFAB50F19D13}">
      <dsp:nvSpPr>
        <dsp:cNvPr id="0" name=""/>
        <dsp:cNvSpPr/>
      </dsp:nvSpPr>
      <dsp:spPr>
        <a:xfrm>
          <a:off x="3033914" y="1216652"/>
          <a:ext cx="630000" cy="63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3BA7E41-8EA3-4C7B-A78B-FCDD2E5DB910}">
      <dsp:nvSpPr>
        <dsp:cNvPr id="0" name=""/>
        <dsp:cNvSpPr/>
      </dsp:nvSpPr>
      <dsp:spPr>
        <a:xfrm>
          <a:off x="2448914" y="2422652"/>
          <a:ext cx="1800000" cy="787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Using </a:t>
          </a:r>
          <a:r>
            <a:rPr lang="en-US" sz="1100" b="1" kern="1200"/>
            <a:t>Amazon S3</a:t>
          </a:r>
          <a:r>
            <a:rPr lang="en-US" sz="1100" kern="1200"/>
            <a:t>, we hosted a live website that replaces manual systems.</a:t>
          </a:r>
        </a:p>
      </dsp:txBody>
      <dsp:txXfrm>
        <a:off x="2448914" y="2422652"/>
        <a:ext cx="1800000" cy="787500"/>
      </dsp:txXfrm>
    </dsp:sp>
    <dsp:sp modelId="{8B9A135A-DF26-4D5B-9D13-D24AC336515A}">
      <dsp:nvSpPr>
        <dsp:cNvPr id="0" name=""/>
        <dsp:cNvSpPr/>
      </dsp:nvSpPr>
      <dsp:spPr>
        <a:xfrm>
          <a:off x="4914914" y="982652"/>
          <a:ext cx="1098000" cy="1098000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35C7ACF-D92B-49EC-8811-521AE6232183}">
      <dsp:nvSpPr>
        <dsp:cNvPr id="0" name=""/>
        <dsp:cNvSpPr/>
      </dsp:nvSpPr>
      <dsp:spPr>
        <a:xfrm>
          <a:off x="5148914" y="1216652"/>
          <a:ext cx="630000" cy="63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24E08DB-DA7A-4C20-A8AC-DD5617481D45}">
      <dsp:nvSpPr>
        <dsp:cNvPr id="0" name=""/>
        <dsp:cNvSpPr/>
      </dsp:nvSpPr>
      <dsp:spPr>
        <a:xfrm>
          <a:off x="4563914" y="2422652"/>
          <a:ext cx="1800000" cy="787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b="1" kern="1200"/>
            <a:t>IAM</a:t>
          </a:r>
          <a:r>
            <a:rPr lang="en-US" sz="1100" kern="1200"/>
            <a:t> and </a:t>
          </a:r>
          <a:r>
            <a:rPr lang="en-US" sz="1100" b="1" kern="1200"/>
            <a:t>CloudWatch</a:t>
          </a:r>
          <a:r>
            <a:rPr lang="en-US" sz="1100" kern="1200"/>
            <a:t> made the setup secure, reliable, and easy to manage.</a:t>
          </a:r>
        </a:p>
      </dsp:txBody>
      <dsp:txXfrm>
        <a:off x="4563914" y="2422652"/>
        <a:ext cx="1800000" cy="787500"/>
      </dsp:txXfrm>
    </dsp:sp>
    <dsp:sp modelId="{45371DB1-B92A-4F9B-AE66-660520DDD305}">
      <dsp:nvSpPr>
        <dsp:cNvPr id="0" name=""/>
        <dsp:cNvSpPr/>
      </dsp:nvSpPr>
      <dsp:spPr>
        <a:xfrm>
          <a:off x="7029914" y="982652"/>
          <a:ext cx="1098000" cy="1098000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75CC520-A550-466E-BBB3-FEFCC90928EF}">
      <dsp:nvSpPr>
        <dsp:cNvPr id="0" name=""/>
        <dsp:cNvSpPr/>
      </dsp:nvSpPr>
      <dsp:spPr>
        <a:xfrm>
          <a:off x="7263914" y="1216652"/>
          <a:ext cx="630000" cy="63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0103259-8203-4EF5-BA7C-BD170F396F86}">
      <dsp:nvSpPr>
        <dsp:cNvPr id="0" name=""/>
        <dsp:cNvSpPr/>
      </dsp:nvSpPr>
      <dsp:spPr>
        <a:xfrm>
          <a:off x="6678914" y="2422652"/>
          <a:ext cx="1800000" cy="787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The project shows how cloud technology can help small businesses grow with low costs and high efficiency.</a:t>
          </a:r>
        </a:p>
      </dsp:txBody>
      <dsp:txXfrm>
        <a:off x="6678914" y="2422652"/>
        <a:ext cx="1800000" cy="787500"/>
      </dsp:txXfrm>
    </dsp:sp>
    <dsp:sp modelId="{AC3F1B6C-C76C-4E44-B706-EEA0D57CEC21}">
      <dsp:nvSpPr>
        <dsp:cNvPr id="0" name=""/>
        <dsp:cNvSpPr/>
      </dsp:nvSpPr>
      <dsp:spPr>
        <a:xfrm>
          <a:off x="9144914" y="982652"/>
          <a:ext cx="1098000" cy="1098000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7D0343E-40AD-4017-BD3E-16E950F3F801}">
      <dsp:nvSpPr>
        <dsp:cNvPr id="0" name=""/>
        <dsp:cNvSpPr/>
      </dsp:nvSpPr>
      <dsp:spPr>
        <a:xfrm>
          <a:off x="9378914" y="1216652"/>
          <a:ext cx="630000" cy="63000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B9A8B91-AF29-4481-8439-C83EA33548F1}">
      <dsp:nvSpPr>
        <dsp:cNvPr id="0" name=""/>
        <dsp:cNvSpPr/>
      </dsp:nvSpPr>
      <dsp:spPr>
        <a:xfrm>
          <a:off x="8793914" y="2422652"/>
          <a:ext cx="1800000" cy="787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b="1" kern="1200"/>
            <a:t>Thank You! 🙏</a:t>
          </a:r>
          <a:endParaRPr lang="en-US" sz="1100" kern="1200"/>
        </a:p>
      </dsp:txBody>
      <dsp:txXfrm>
        <a:off x="8793914" y="2422652"/>
        <a:ext cx="1800000" cy="7875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11/9/25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11/9/25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11/9/25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11/9/25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4" name="Rectangle 223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6" name="Rectangle 225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8" name="Rectangle 227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0" name="Rectangle 229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2" name="Rectangle 231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4" name="Freeform: Shape 233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14824" y="735106"/>
            <a:ext cx="10053763" cy="2928470"/>
          </a:xfrm>
        </p:spPr>
        <p:txBody>
          <a:bodyPr anchor="b">
            <a:normAutofit/>
          </a:bodyPr>
          <a:lstStyle/>
          <a:p>
            <a:pPr algn="l"/>
            <a:r>
              <a:rPr lang="en-US" sz="4800">
                <a:solidFill>
                  <a:srgbClr val="FFFFFF"/>
                </a:solidFill>
                <a:ea typeface="+mj-lt"/>
                <a:cs typeface="+mj-lt"/>
              </a:rPr>
              <a:t>Building a Static Website for a Restaurant Using AWS</a:t>
            </a:r>
            <a:endParaRPr lang="en-US" sz="4800">
              <a:solidFill>
                <a:srgbClr val="FFFFFF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50682" y="4870824"/>
            <a:ext cx="10005951" cy="145825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>
                <a:ea typeface="+mn-lt"/>
                <a:cs typeface="+mn-lt"/>
              </a:rPr>
              <a:t>Praesignis AWS re/Start Project 1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Cooked food with ingredients on a table">
            <a:extLst>
              <a:ext uri="{FF2B5EF4-FFF2-40B4-BE49-F238E27FC236}">
                <a16:creationId xmlns:a16="http://schemas.microsoft.com/office/drawing/2014/main" id="{44EC64ED-DB49-6D49-0E8A-6B5E55DC44A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442" r="9369" b="11"/>
          <a:stretch>
            <a:fillRect/>
          </a:stretch>
        </p:blipFill>
        <p:spPr>
          <a:xfrm>
            <a:off x="6103027" y="10"/>
            <a:ext cx="6088971" cy="6857990"/>
          </a:xfrm>
          <a:prstGeom prst="rect">
            <a:avLst/>
          </a:prstGeom>
        </p:spPr>
      </p:pic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59B296B9-C5A5-4E4F-9B60-C907B5F146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103025" cy="6858000"/>
          </a:xfrm>
          <a:prstGeom prst="rect">
            <a:avLst/>
          </a:prstGeom>
          <a:ln>
            <a:noFill/>
          </a:ln>
          <a:effectLst>
            <a:outerShdw blurRad="889000" dist="406400" dir="21540000" sx="90000" sy="90000" algn="t" rotWithShape="0">
              <a:srgbClr val="000000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D0300FD3-5AF1-6305-15FA-9078072672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103025" cy="2285995"/>
          </a:xfrm>
          <a:prstGeom prst="rect">
            <a:avLst/>
          </a:prstGeom>
          <a:ln>
            <a:noFill/>
          </a:ln>
          <a:effectLst>
            <a:outerShdw blurRad="254000" dist="127000" dir="5460000" sx="92000" sy="92000" algn="t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2DB7DB9-BD8D-7337-8D41-206F7EFC48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1" y="328512"/>
            <a:ext cx="4778387" cy="1628970"/>
          </a:xfrm>
        </p:spPr>
        <p:txBody>
          <a:bodyPr anchor="ctr">
            <a:normAutofit/>
          </a:bodyPr>
          <a:lstStyle/>
          <a:p>
            <a:r>
              <a:rPr lang="en-US" sz="4000">
                <a:ea typeface="+mj-lt"/>
                <a:cs typeface="+mj-lt"/>
              </a:rPr>
              <a:t>About Taste of Africa</a:t>
            </a:r>
            <a:endParaRPr lang="en-US" sz="40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89E3E8-C7BC-573B-55B5-01F67CB4A1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1" y="2884929"/>
            <a:ext cx="4659756" cy="337413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1300" b="1">
                <a:ea typeface="+mn-lt"/>
                <a:cs typeface="+mn-lt"/>
              </a:rPr>
              <a:t>Overview:</a:t>
            </a:r>
            <a:br>
              <a:rPr lang="en-US" sz="1300" b="1">
                <a:ea typeface="+mn-lt"/>
                <a:cs typeface="+mn-lt"/>
              </a:rPr>
            </a:br>
            <a:r>
              <a:rPr lang="en-US" sz="1300" b="1">
                <a:ea typeface="+mn-lt"/>
                <a:cs typeface="+mn-lt"/>
              </a:rPr>
              <a:t> Taste of Africa is a local restaurant that brings together authentic African dishes, rich flavors, and warm hospitality. The restaurant celebrates African culture through its food and dining experience.</a:t>
            </a:r>
            <a:endParaRPr lang="en-US" sz="1300"/>
          </a:p>
          <a:p>
            <a:r>
              <a:rPr lang="en-US" sz="1300" b="1">
                <a:ea typeface="+mn-lt"/>
                <a:cs typeface="+mn-lt"/>
              </a:rPr>
              <a:t>Operations:</a:t>
            </a:r>
            <a:br>
              <a:rPr lang="en-US" sz="1300" b="1">
                <a:ea typeface="+mn-lt"/>
                <a:cs typeface="+mn-lt"/>
              </a:rPr>
            </a:br>
            <a:r>
              <a:rPr lang="en-US" sz="1300" b="1">
                <a:ea typeface="+mn-lt"/>
                <a:cs typeface="+mn-lt"/>
              </a:rPr>
              <a:t> The business receives a high volume of customer bookings and orders every day, both in-person and by phone. However, the manual paper-based system has led to confusion, double bookings, and lost orders.</a:t>
            </a:r>
            <a:endParaRPr lang="en-US" sz="1300"/>
          </a:p>
          <a:p>
            <a:r>
              <a:rPr lang="en-US" sz="1300" b="1">
                <a:ea typeface="+mn-lt"/>
                <a:cs typeface="+mn-lt"/>
              </a:rPr>
              <a:t>Purpose of the Project:</a:t>
            </a:r>
            <a:br>
              <a:rPr lang="en-US" sz="1300" b="1">
                <a:ea typeface="+mn-lt"/>
                <a:cs typeface="+mn-lt"/>
              </a:rPr>
            </a:br>
            <a:r>
              <a:rPr lang="en-US" sz="1300" b="1">
                <a:ea typeface="+mn-lt"/>
                <a:cs typeface="+mn-lt"/>
              </a:rPr>
              <a:t> To introduce a simple AWS-hosted website that helps customers make online bookings and orders reducing errors, improving efficiency, and enhancing the overall experience.</a:t>
            </a:r>
            <a:endParaRPr lang="en-US" sz="1300"/>
          </a:p>
          <a:p>
            <a:endParaRPr lang="en-US" sz="1300"/>
          </a:p>
        </p:txBody>
      </p:sp>
    </p:spTree>
    <p:extLst>
      <p:ext uri="{BB962C8B-B14F-4D97-AF65-F5344CB8AC3E}">
        <p14:creationId xmlns:p14="http://schemas.microsoft.com/office/powerpoint/2010/main" val="26530741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Objects at a table">
            <a:extLst>
              <a:ext uri="{FF2B5EF4-FFF2-40B4-BE49-F238E27FC236}">
                <a16:creationId xmlns:a16="http://schemas.microsoft.com/office/drawing/2014/main" id="{FE11118A-55E2-96B1-D16B-7F43C91D721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0735" r="4" b="4"/>
          <a:stretch>
            <a:fillRect/>
          </a:stretch>
        </p:blipFill>
        <p:spPr>
          <a:xfrm>
            <a:off x="6103027" y="10"/>
            <a:ext cx="6088971" cy="6857990"/>
          </a:xfrm>
          <a:prstGeom prst="rect">
            <a:avLst/>
          </a:prstGeom>
        </p:spPr>
      </p:pic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59B296B9-C5A5-4E4F-9B60-C907B5F146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103025" cy="6858000"/>
          </a:xfrm>
          <a:prstGeom prst="rect">
            <a:avLst/>
          </a:prstGeom>
          <a:ln>
            <a:noFill/>
          </a:ln>
          <a:effectLst>
            <a:outerShdw blurRad="889000" dist="406400" dir="21540000" sx="90000" sy="90000" algn="t" rotWithShape="0">
              <a:srgbClr val="000000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D0300FD3-5AF1-6305-15FA-9078072672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103025" cy="2285995"/>
          </a:xfrm>
          <a:prstGeom prst="rect">
            <a:avLst/>
          </a:prstGeom>
          <a:ln>
            <a:noFill/>
          </a:ln>
          <a:effectLst>
            <a:outerShdw blurRad="254000" dist="127000" dir="5460000" sx="92000" sy="92000" algn="t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03EE018-E0BD-C6E1-BFDA-FC55E8AD60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1" y="328512"/>
            <a:ext cx="4778387" cy="1628970"/>
          </a:xfrm>
        </p:spPr>
        <p:txBody>
          <a:bodyPr anchor="ctr">
            <a:normAutofit/>
          </a:bodyPr>
          <a:lstStyle/>
          <a:p>
            <a:r>
              <a:rPr lang="en-US" sz="4000">
                <a:ea typeface="+mj-lt"/>
                <a:cs typeface="+mj-lt"/>
              </a:rPr>
              <a:t>Challenges</a:t>
            </a:r>
            <a:endParaRPr lang="en-US" sz="40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1E0120-6F58-FF29-588C-555E9F8639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1" y="2884929"/>
            <a:ext cx="4659756" cy="337413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1400" b="1">
                <a:ea typeface="+mn-lt"/>
                <a:cs typeface="+mn-lt"/>
              </a:rPr>
              <a:t>Manual System</a:t>
            </a:r>
            <a:br>
              <a:rPr lang="en-US" sz="1400" b="1">
                <a:ea typeface="+mn-lt"/>
                <a:cs typeface="+mn-lt"/>
              </a:rPr>
            </a:br>
            <a:r>
              <a:rPr lang="en-US" sz="1400" b="1">
                <a:ea typeface="+mn-lt"/>
                <a:cs typeface="+mn-lt"/>
              </a:rPr>
              <a:t> The restaurant still uses paper and phone bookings, which often leads to confusion and mix-ups.</a:t>
            </a:r>
            <a:endParaRPr lang="en-US" sz="1400"/>
          </a:p>
          <a:p>
            <a:r>
              <a:rPr lang="en-US" sz="1400" b="1">
                <a:ea typeface="+mn-lt"/>
                <a:cs typeface="+mn-lt"/>
              </a:rPr>
              <a:t> Frequent Errors</a:t>
            </a:r>
            <a:br>
              <a:rPr lang="en-US" sz="1400" b="1">
                <a:ea typeface="+mn-lt"/>
                <a:cs typeface="+mn-lt"/>
              </a:rPr>
            </a:br>
            <a:r>
              <a:rPr lang="en-US" sz="1400" b="1">
                <a:ea typeface="+mn-lt"/>
                <a:cs typeface="+mn-lt"/>
              </a:rPr>
              <a:t> Orders get lost or duplicated, and double bookings happen because there’s no online record system.</a:t>
            </a:r>
            <a:endParaRPr lang="en-US" sz="1400"/>
          </a:p>
          <a:p>
            <a:r>
              <a:rPr lang="en-US" sz="1400" b="1">
                <a:ea typeface="+mn-lt"/>
                <a:cs typeface="+mn-lt"/>
              </a:rPr>
              <a:t> No Centralized Data</a:t>
            </a:r>
            <a:br>
              <a:rPr lang="en-US" sz="1400" b="1">
                <a:ea typeface="+mn-lt"/>
                <a:cs typeface="+mn-lt"/>
              </a:rPr>
            </a:br>
            <a:r>
              <a:rPr lang="en-US" sz="1400" b="1">
                <a:ea typeface="+mn-lt"/>
                <a:cs typeface="+mn-lt"/>
              </a:rPr>
              <a:t> Customer information and preferences aren’t stored anywhere, making it hard to identify repeat customers.</a:t>
            </a:r>
            <a:endParaRPr lang="en-US" sz="1400"/>
          </a:p>
          <a:p>
            <a:r>
              <a:rPr lang="en-US" sz="1400" b="1">
                <a:ea typeface="+mn-lt"/>
                <a:cs typeface="+mn-lt"/>
              </a:rPr>
              <a:t>Expensive to Scale</a:t>
            </a:r>
            <a:br>
              <a:rPr lang="en-US" sz="1400" b="1">
                <a:ea typeface="+mn-lt"/>
                <a:cs typeface="+mn-lt"/>
              </a:rPr>
            </a:br>
            <a:r>
              <a:rPr lang="en-US" sz="1400" b="1">
                <a:ea typeface="+mn-lt"/>
                <a:cs typeface="+mn-lt"/>
              </a:rPr>
              <a:t> Managing more customers means hiring extra staff or buying new computers  both costly and time-consuming.</a:t>
            </a:r>
            <a:endParaRPr lang="en-US" sz="1400"/>
          </a:p>
          <a:p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30857618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0" name="Oval 189">
            <a:extLst>
              <a:ext uri="{FF2B5EF4-FFF2-40B4-BE49-F238E27FC236}">
                <a16:creationId xmlns:a16="http://schemas.microsoft.com/office/drawing/2014/main" id="{A99050EE-26AF-4253-BD50-F0FCD965A8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0284" y="575361"/>
            <a:ext cx="5707277" cy="5707277"/>
          </a:xfrm>
          <a:prstGeom prst="ellipse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E358927-AEF2-5FA2-1C5C-BD0ADEB038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48452"/>
            <a:ext cx="4974771" cy="3587786"/>
          </a:xfrm>
        </p:spPr>
        <p:txBody>
          <a:bodyPr>
            <a:normAutofit/>
          </a:bodyPr>
          <a:lstStyle/>
          <a:p>
            <a:pPr algn="ctr"/>
            <a:r>
              <a:rPr lang="en-US">
                <a:solidFill>
                  <a:schemeClr val="bg1"/>
                </a:solidFill>
                <a:ea typeface="+mj-lt"/>
                <a:cs typeface="+mj-lt"/>
              </a:rPr>
              <a:t>Project Goal</a:t>
            </a:r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12" name="Graphic 190">
            <a:extLst>
              <a:ext uri="{FF2B5EF4-FFF2-40B4-BE49-F238E27FC236}">
                <a16:creationId xmlns:a16="http://schemas.microsoft.com/office/drawing/2014/main" id="{00E015F5-1A99-4E40-BC3D-7707802996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93117" y="1193254"/>
            <a:ext cx="1291642" cy="429215"/>
            <a:chOff x="2504802" y="1755501"/>
            <a:chExt cx="1598829" cy="531293"/>
          </a:xfrm>
          <a:solidFill>
            <a:schemeClr val="bg1"/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FE6F571-2BB7-46DA-A3D9-B32ADDC16A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2113855"/>
              <a:ext cx="1598614" cy="172939"/>
            </a:xfrm>
            <a:custGeom>
              <a:avLst/>
              <a:gdLst>
                <a:gd name="connsiteX0" fmla="*/ 1248648 w 1598614"/>
                <a:gd name="connsiteY0" fmla="*/ 172939 h 172939"/>
                <a:gd name="connsiteX1" fmla="*/ 1123031 w 1598614"/>
                <a:gd name="connsiteY1" fmla="*/ 92708 h 172939"/>
                <a:gd name="connsiteX2" fmla="*/ 1024085 w 1598614"/>
                <a:gd name="connsiteY2" fmla="*/ 29469 h 172939"/>
                <a:gd name="connsiteX3" fmla="*/ 925140 w 1598614"/>
                <a:gd name="connsiteY3" fmla="*/ 92708 h 172939"/>
                <a:gd name="connsiteX4" fmla="*/ 799522 w 1598614"/>
                <a:gd name="connsiteY4" fmla="*/ 172939 h 172939"/>
                <a:gd name="connsiteX5" fmla="*/ 799522 w 1598614"/>
                <a:gd name="connsiteY5" fmla="*/ 172939 h 172939"/>
                <a:gd name="connsiteX6" fmla="*/ 673905 w 1598614"/>
                <a:gd name="connsiteY6" fmla="*/ 92708 h 172939"/>
                <a:gd name="connsiteX7" fmla="*/ 574959 w 1598614"/>
                <a:gd name="connsiteY7" fmla="*/ 29469 h 172939"/>
                <a:gd name="connsiteX8" fmla="*/ 476014 w 1598614"/>
                <a:gd name="connsiteY8" fmla="*/ 92708 h 172939"/>
                <a:gd name="connsiteX9" fmla="*/ 350396 w 1598614"/>
                <a:gd name="connsiteY9" fmla="*/ 172939 h 172939"/>
                <a:gd name="connsiteX10" fmla="*/ 224778 w 1598614"/>
                <a:gd name="connsiteY10" fmla="*/ 92708 h 172939"/>
                <a:gd name="connsiteX11" fmla="*/ 125833 w 1598614"/>
                <a:gd name="connsiteY11" fmla="*/ 29469 h 172939"/>
                <a:gd name="connsiteX12" fmla="*/ 26887 w 1598614"/>
                <a:gd name="connsiteY12" fmla="*/ 92708 h 172939"/>
                <a:gd name="connsiteX13" fmla="*/ 0 w 1598614"/>
                <a:gd name="connsiteY13" fmla="*/ 80232 h 172939"/>
                <a:gd name="connsiteX14" fmla="*/ 125618 w 1598614"/>
                <a:gd name="connsiteY14" fmla="*/ 0 h 172939"/>
                <a:gd name="connsiteX15" fmla="*/ 251235 w 1598614"/>
                <a:gd name="connsiteY15" fmla="*/ 80232 h 172939"/>
                <a:gd name="connsiteX16" fmla="*/ 350181 w 1598614"/>
                <a:gd name="connsiteY16" fmla="*/ 143471 h 172939"/>
                <a:gd name="connsiteX17" fmla="*/ 449126 w 1598614"/>
                <a:gd name="connsiteY17" fmla="*/ 80232 h 172939"/>
                <a:gd name="connsiteX18" fmla="*/ 574744 w 1598614"/>
                <a:gd name="connsiteY18" fmla="*/ 0 h 172939"/>
                <a:gd name="connsiteX19" fmla="*/ 700362 w 1598614"/>
                <a:gd name="connsiteY19" fmla="*/ 80232 h 172939"/>
                <a:gd name="connsiteX20" fmla="*/ 799307 w 1598614"/>
                <a:gd name="connsiteY20" fmla="*/ 143471 h 172939"/>
                <a:gd name="connsiteX21" fmla="*/ 799307 w 1598614"/>
                <a:gd name="connsiteY21" fmla="*/ 143471 h 172939"/>
                <a:gd name="connsiteX22" fmla="*/ 898253 w 1598614"/>
                <a:gd name="connsiteY22" fmla="*/ 80232 h 172939"/>
                <a:gd name="connsiteX23" fmla="*/ 1023870 w 1598614"/>
                <a:gd name="connsiteY23" fmla="*/ 0 h 172939"/>
                <a:gd name="connsiteX24" fmla="*/ 1149488 w 1598614"/>
                <a:gd name="connsiteY24" fmla="*/ 80232 h 172939"/>
                <a:gd name="connsiteX25" fmla="*/ 1248433 w 1598614"/>
                <a:gd name="connsiteY25" fmla="*/ 143471 h 172939"/>
                <a:gd name="connsiteX26" fmla="*/ 1347379 w 1598614"/>
                <a:gd name="connsiteY26" fmla="*/ 80232 h 172939"/>
                <a:gd name="connsiteX27" fmla="*/ 1472997 w 1598614"/>
                <a:gd name="connsiteY27" fmla="*/ 0 h 172939"/>
                <a:gd name="connsiteX28" fmla="*/ 1598614 w 1598614"/>
                <a:gd name="connsiteY28" fmla="*/ 80232 h 172939"/>
                <a:gd name="connsiteX29" fmla="*/ 1571942 w 1598614"/>
                <a:gd name="connsiteY29" fmla="*/ 92708 h 172939"/>
                <a:gd name="connsiteX30" fmla="*/ 1472997 w 1598614"/>
                <a:gd name="connsiteY30" fmla="*/ 29469 h 172939"/>
                <a:gd name="connsiteX31" fmla="*/ 1374051 w 1598614"/>
                <a:gd name="connsiteY31" fmla="*/ 92708 h 172939"/>
                <a:gd name="connsiteX32" fmla="*/ 1248648 w 1598614"/>
                <a:gd name="connsiteY32" fmla="*/ 172939 h 172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614" h="172939">
                  <a:moveTo>
                    <a:pt x="1248648" y="172939"/>
                  </a:moveTo>
                  <a:cubicBezTo>
                    <a:pt x="1194229" y="172939"/>
                    <a:pt x="1146046" y="142180"/>
                    <a:pt x="1123031" y="92708"/>
                  </a:cubicBezTo>
                  <a:cubicBezTo>
                    <a:pt x="1104962" y="53775"/>
                    <a:pt x="1067105" y="29469"/>
                    <a:pt x="1024085" y="29469"/>
                  </a:cubicBezTo>
                  <a:cubicBezTo>
                    <a:pt x="981066" y="29469"/>
                    <a:pt x="943208" y="53775"/>
                    <a:pt x="925140" y="92708"/>
                  </a:cubicBezTo>
                  <a:cubicBezTo>
                    <a:pt x="902124" y="142180"/>
                    <a:pt x="853942" y="172939"/>
                    <a:pt x="799522" y="172939"/>
                  </a:cubicBezTo>
                  <a:cubicBezTo>
                    <a:pt x="799522" y="172939"/>
                    <a:pt x="799522" y="172939"/>
                    <a:pt x="799522" y="172939"/>
                  </a:cubicBezTo>
                  <a:cubicBezTo>
                    <a:pt x="744887" y="172939"/>
                    <a:pt x="696920" y="142180"/>
                    <a:pt x="673905" y="92708"/>
                  </a:cubicBezTo>
                  <a:cubicBezTo>
                    <a:pt x="655836" y="53775"/>
                    <a:pt x="617979" y="29469"/>
                    <a:pt x="574959" y="29469"/>
                  </a:cubicBezTo>
                  <a:cubicBezTo>
                    <a:pt x="531939" y="29469"/>
                    <a:pt x="494082" y="53775"/>
                    <a:pt x="476014" y="92708"/>
                  </a:cubicBezTo>
                  <a:cubicBezTo>
                    <a:pt x="452998" y="142180"/>
                    <a:pt x="405031" y="172939"/>
                    <a:pt x="350396" y="172939"/>
                  </a:cubicBezTo>
                  <a:cubicBezTo>
                    <a:pt x="295976" y="172939"/>
                    <a:pt x="247794" y="142180"/>
                    <a:pt x="224778" y="92708"/>
                  </a:cubicBezTo>
                  <a:cubicBezTo>
                    <a:pt x="206710" y="53775"/>
                    <a:pt x="168853" y="29469"/>
                    <a:pt x="125833" y="29469"/>
                  </a:cubicBezTo>
                  <a:cubicBezTo>
                    <a:pt x="82813" y="29469"/>
                    <a:pt x="44956" y="53775"/>
                    <a:pt x="26887" y="92708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268" y="30759"/>
                    <a:pt x="969235" y="0"/>
                    <a:pt x="1023870" y="0"/>
                  </a:cubicBezTo>
                  <a:cubicBezTo>
                    <a:pt x="1078505" y="0"/>
                    <a:pt x="1126472" y="30759"/>
                    <a:pt x="1149488" y="80232"/>
                  </a:cubicBezTo>
                  <a:cubicBezTo>
                    <a:pt x="1167556" y="119165"/>
                    <a:pt x="1205414" y="143471"/>
                    <a:pt x="1248433" y="143471"/>
                  </a:cubicBezTo>
                  <a:cubicBezTo>
                    <a:pt x="1291453" y="143471"/>
                    <a:pt x="1329311" y="119165"/>
                    <a:pt x="1347379" y="80232"/>
                  </a:cubicBezTo>
                  <a:cubicBezTo>
                    <a:pt x="1370394" y="30759"/>
                    <a:pt x="1418361" y="0"/>
                    <a:pt x="1472997" y="0"/>
                  </a:cubicBezTo>
                  <a:cubicBezTo>
                    <a:pt x="1527632" y="0"/>
                    <a:pt x="1575814" y="30759"/>
                    <a:pt x="1598614" y="80232"/>
                  </a:cubicBezTo>
                  <a:lnTo>
                    <a:pt x="1571942" y="92708"/>
                  </a:lnTo>
                  <a:cubicBezTo>
                    <a:pt x="1553874" y="53775"/>
                    <a:pt x="1515801" y="29469"/>
                    <a:pt x="1472997" y="29469"/>
                  </a:cubicBezTo>
                  <a:cubicBezTo>
                    <a:pt x="1429977" y="29469"/>
                    <a:pt x="1392119" y="53775"/>
                    <a:pt x="1374051" y="92708"/>
                  </a:cubicBezTo>
                  <a:cubicBezTo>
                    <a:pt x="1351251" y="142180"/>
                    <a:pt x="1303069" y="172939"/>
                    <a:pt x="1248648" y="172939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A905CC16-753C-4B9F-B3E2-C456795AE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1755501"/>
              <a:ext cx="1598829" cy="172724"/>
            </a:xfrm>
            <a:custGeom>
              <a:avLst/>
              <a:gdLst>
                <a:gd name="connsiteX0" fmla="*/ 1248648 w 1598829"/>
                <a:gd name="connsiteY0" fmla="*/ 172724 h 172724"/>
                <a:gd name="connsiteX1" fmla="*/ 1123031 w 1598829"/>
                <a:gd name="connsiteY1" fmla="*/ 92492 h 172724"/>
                <a:gd name="connsiteX2" fmla="*/ 1024085 w 1598829"/>
                <a:gd name="connsiteY2" fmla="*/ 29253 h 172724"/>
                <a:gd name="connsiteX3" fmla="*/ 925140 w 1598829"/>
                <a:gd name="connsiteY3" fmla="*/ 92492 h 172724"/>
                <a:gd name="connsiteX4" fmla="*/ 799522 w 1598829"/>
                <a:gd name="connsiteY4" fmla="*/ 172724 h 172724"/>
                <a:gd name="connsiteX5" fmla="*/ 799522 w 1598829"/>
                <a:gd name="connsiteY5" fmla="*/ 172724 h 172724"/>
                <a:gd name="connsiteX6" fmla="*/ 673905 w 1598829"/>
                <a:gd name="connsiteY6" fmla="*/ 92492 h 172724"/>
                <a:gd name="connsiteX7" fmla="*/ 574959 w 1598829"/>
                <a:gd name="connsiteY7" fmla="*/ 29253 h 172724"/>
                <a:gd name="connsiteX8" fmla="*/ 476014 w 1598829"/>
                <a:gd name="connsiteY8" fmla="*/ 92492 h 172724"/>
                <a:gd name="connsiteX9" fmla="*/ 350396 w 1598829"/>
                <a:gd name="connsiteY9" fmla="*/ 172724 h 172724"/>
                <a:gd name="connsiteX10" fmla="*/ 224778 w 1598829"/>
                <a:gd name="connsiteY10" fmla="*/ 92492 h 172724"/>
                <a:gd name="connsiteX11" fmla="*/ 125833 w 1598829"/>
                <a:gd name="connsiteY11" fmla="*/ 29253 h 172724"/>
                <a:gd name="connsiteX12" fmla="*/ 26887 w 1598829"/>
                <a:gd name="connsiteY12" fmla="*/ 92492 h 172724"/>
                <a:gd name="connsiteX13" fmla="*/ 0 w 1598829"/>
                <a:gd name="connsiteY13" fmla="*/ 80232 h 172724"/>
                <a:gd name="connsiteX14" fmla="*/ 125618 w 1598829"/>
                <a:gd name="connsiteY14" fmla="*/ 0 h 172724"/>
                <a:gd name="connsiteX15" fmla="*/ 251235 w 1598829"/>
                <a:gd name="connsiteY15" fmla="*/ 80232 h 172724"/>
                <a:gd name="connsiteX16" fmla="*/ 350181 w 1598829"/>
                <a:gd name="connsiteY16" fmla="*/ 143471 h 172724"/>
                <a:gd name="connsiteX17" fmla="*/ 449126 w 1598829"/>
                <a:gd name="connsiteY17" fmla="*/ 80232 h 172724"/>
                <a:gd name="connsiteX18" fmla="*/ 574744 w 1598829"/>
                <a:gd name="connsiteY18" fmla="*/ 0 h 172724"/>
                <a:gd name="connsiteX19" fmla="*/ 700362 w 1598829"/>
                <a:gd name="connsiteY19" fmla="*/ 80232 h 172724"/>
                <a:gd name="connsiteX20" fmla="*/ 799307 w 1598829"/>
                <a:gd name="connsiteY20" fmla="*/ 143471 h 172724"/>
                <a:gd name="connsiteX21" fmla="*/ 799307 w 1598829"/>
                <a:gd name="connsiteY21" fmla="*/ 143471 h 172724"/>
                <a:gd name="connsiteX22" fmla="*/ 898253 w 1598829"/>
                <a:gd name="connsiteY22" fmla="*/ 80232 h 172724"/>
                <a:gd name="connsiteX23" fmla="*/ 1024085 w 1598829"/>
                <a:gd name="connsiteY23" fmla="*/ 0 h 172724"/>
                <a:gd name="connsiteX24" fmla="*/ 1149703 w 1598829"/>
                <a:gd name="connsiteY24" fmla="*/ 80232 h 172724"/>
                <a:gd name="connsiteX25" fmla="*/ 1248648 w 1598829"/>
                <a:gd name="connsiteY25" fmla="*/ 143471 h 172724"/>
                <a:gd name="connsiteX26" fmla="*/ 1347594 w 1598829"/>
                <a:gd name="connsiteY26" fmla="*/ 80232 h 172724"/>
                <a:gd name="connsiteX27" fmla="*/ 1473212 w 1598829"/>
                <a:gd name="connsiteY27" fmla="*/ 0 h 172724"/>
                <a:gd name="connsiteX28" fmla="*/ 1598829 w 1598829"/>
                <a:gd name="connsiteY28" fmla="*/ 80232 h 172724"/>
                <a:gd name="connsiteX29" fmla="*/ 1572157 w 1598829"/>
                <a:gd name="connsiteY29" fmla="*/ 92492 h 172724"/>
                <a:gd name="connsiteX30" fmla="*/ 1473212 w 1598829"/>
                <a:gd name="connsiteY30" fmla="*/ 29253 h 172724"/>
                <a:gd name="connsiteX31" fmla="*/ 1374266 w 1598829"/>
                <a:gd name="connsiteY31" fmla="*/ 92492 h 172724"/>
                <a:gd name="connsiteX32" fmla="*/ 1248648 w 1598829"/>
                <a:gd name="connsiteY32" fmla="*/ 172724 h 172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829" h="172724">
                  <a:moveTo>
                    <a:pt x="1248648" y="172724"/>
                  </a:moveTo>
                  <a:cubicBezTo>
                    <a:pt x="1194229" y="172724"/>
                    <a:pt x="1146046" y="141965"/>
                    <a:pt x="1123031" y="92492"/>
                  </a:cubicBezTo>
                  <a:cubicBezTo>
                    <a:pt x="1104962" y="53560"/>
                    <a:pt x="1067105" y="29253"/>
                    <a:pt x="1024085" y="29253"/>
                  </a:cubicBezTo>
                  <a:cubicBezTo>
                    <a:pt x="981066" y="29253"/>
                    <a:pt x="943208" y="53560"/>
                    <a:pt x="925140" y="92492"/>
                  </a:cubicBezTo>
                  <a:cubicBezTo>
                    <a:pt x="902124" y="141965"/>
                    <a:pt x="853942" y="172724"/>
                    <a:pt x="799522" y="172724"/>
                  </a:cubicBezTo>
                  <a:cubicBezTo>
                    <a:pt x="799522" y="172724"/>
                    <a:pt x="799522" y="172724"/>
                    <a:pt x="799522" y="172724"/>
                  </a:cubicBezTo>
                  <a:cubicBezTo>
                    <a:pt x="744887" y="172724"/>
                    <a:pt x="696920" y="141965"/>
                    <a:pt x="673905" y="92492"/>
                  </a:cubicBezTo>
                  <a:cubicBezTo>
                    <a:pt x="655836" y="53560"/>
                    <a:pt x="617979" y="29253"/>
                    <a:pt x="574959" y="29253"/>
                  </a:cubicBezTo>
                  <a:cubicBezTo>
                    <a:pt x="531939" y="29253"/>
                    <a:pt x="494082" y="53560"/>
                    <a:pt x="476014" y="92492"/>
                  </a:cubicBezTo>
                  <a:cubicBezTo>
                    <a:pt x="452998" y="141965"/>
                    <a:pt x="405031" y="172724"/>
                    <a:pt x="350396" y="172724"/>
                  </a:cubicBezTo>
                  <a:cubicBezTo>
                    <a:pt x="295976" y="172724"/>
                    <a:pt x="247794" y="141965"/>
                    <a:pt x="224778" y="92492"/>
                  </a:cubicBezTo>
                  <a:cubicBezTo>
                    <a:pt x="206710" y="53560"/>
                    <a:pt x="168853" y="29253"/>
                    <a:pt x="125833" y="29253"/>
                  </a:cubicBezTo>
                  <a:cubicBezTo>
                    <a:pt x="82813" y="29253"/>
                    <a:pt x="44956" y="53560"/>
                    <a:pt x="26887" y="92492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483" y="30759"/>
                    <a:pt x="969450" y="0"/>
                    <a:pt x="1024085" y="0"/>
                  </a:cubicBezTo>
                  <a:cubicBezTo>
                    <a:pt x="1078720" y="0"/>
                    <a:pt x="1126688" y="30759"/>
                    <a:pt x="1149703" y="80232"/>
                  </a:cubicBezTo>
                  <a:cubicBezTo>
                    <a:pt x="1167771" y="119165"/>
                    <a:pt x="1205629" y="143471"/>
                    <a:pt x="1248648" y="143471"/>
                  </a:cubicBezTo>
                  <a:cubicBezTo>
                    <a:pt x="1291668" y="143471"/>
                    <a:pt x="1329526" y="119165"/>
                    <a:pt x="1347594" y="80232"/>
                  </a:cubicBezTo>
                  <a:cubicBezTo>
                    <a:pt x="1370610" y="30759"/>
                    <a:pt x="1418792" y="0"/>
                    <a:pt x="1473212" y="0"/>
                  </a:cubicBezTo>
                  <a:cubicBezTo>
                    <a:pt x="1527847" y="0"/>
                    <a:pt x="1576029" y="30759"/>
                    <a:pt x="1598829" y="80232"/>
                  </a:cubicBezTo>
                  <a:lnTo>
                    <a:pt x="1572157" y="92492"/>
                  </a:lnTo>
                  <a:cubicBezTo>
                    <a:pt x="1554089" y="53560"/>
                    <a:pt x="1516016" y="29253"/>
                    <a:pt x="1473212" y="29253"/>
                  </a:cubicBezTo>
                  <a:cubicBezTo>
                    <a:pt x="1430192" y="29253"/>
                    <a:pt x="1392335" y="53560"/>
                    <a:pt x="1374266" y="92492"/>
                  </a:cubicBezTo>
                  <a:cubicBezTo>
                    <a:pt x="1351251" y="141965"/>
                    <a:pt x="1303069" y="172724"/>
                    <a:pt x="1248648" y="172724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6" name="Graphic 212">
            <a:extLst>
              <a:ext uri="{FF2B5EF4-FFF2-40B4-BE49-F238E27FC236}">
                <a16:creationId xmlns:a16="http://schemas.microsoft.com/office/drawing/2014/main" id="{D0C78466-EB6E-45A0-99A6-A00789ACD9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97727" y="421588"/>
            <a:ext cx="1291468" cy="1291468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18" name="Graphic 212">
            <a:extLst>
              <a:ext uri="{FF2B5EF4-FFF2-40B4-BE49-F238E27FC236}">
                <a16:creationId xmlns:a16="http://schemas.microsoft.com/office/drawing/2014/main" id="{E99F76E4-5DFD-4DBE-B042-66FBCD118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97727" y="421588"/>
            <a:ext cx="1291468" cy="1291468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grpSp>
        <p:nvGrpSpPr>
          <p:cNvPr id="20" name="Graphic 4">
            <a:extLst>
              <a:ext uri="{FF2B5EF4-FFF2-40B4-BE49-F238E27FC236}">
                <a16:creationId xmlns:a16="http://schemas.microsoft.com/office/drawing/2014/main" id="{5468B3A9-705E-43C3-A742-0619B0D8F2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680915" y="4748271"/>
            <a:ext cx="1330536" cy="1330521"/>
            <a:chOff x="5734037" y="3067039"/>
            <a:chExt cx="724483" cy="724489"/>
          </a:xfrm>
          <a:solidFill>
            <a:schemeClr val="bg1"/>
          </a:solidFill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29D439AD-5D67-497C-B831-D17FC3E592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067039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23F54BF2-C71C-45C5-9408-3B5E011B0F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BBABE17-DB56-44AB-934B-63C07C79F0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CB483D20-A128-4076-AF54-88646172B8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E5EFA818-FDDA-49E9-B11F-E9DC1854A9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EA1F8728-F8F7-4828-A718-A15E7663EA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8DA1F73F-AA1D-41D7-BAAB-292FD94A3E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D9441DEA-C85E-4B9C-A48D-8437854C4C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26284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15EBAA20-1368-4495-8D7C-820FAD8ECF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2628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0FB92591-626C-4D2B-A3E6-EC8742D67B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D392448D-513F-4528-9D8D-A151982041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61946BAE-1546-4EA4-A108-A799BF5D2C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42A8EC93-6A35-4D37-A8CB-59362BF875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12628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8 w 14097"/>
                <a:gd name="connsiteY1" fmla="*/ 14097 h 14097"/>
                <a:gd name="connsiteX2" fmla="*/ 0 w 14097"/>
                <a:gd name="connsiteY2" fmla="*/ 7049 h 14097"/>
                <a:gd name="connsiteX3" fmla="*/ 7048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FC3ECA2-E914-4D83-ABF9-B9FFD96E92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712B1108-9AAC-4F10-A64F-0D6963E518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8543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284CDA0C-B2AB-4791-83B1-C053C061D6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F857BF6B-E0CA-49C0-8827-B44CE8B928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6D7B06A7-ADDF-4F27-B11F-08422FC180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E8B0DA6C-71D7-4FCB-AE4C-035E0ADB50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EB078173-ADFB-480D-91A4-4D71C01098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AAA4027A-C97B-4C9A-B04C-EBE2112200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C06DA92D-C6D0-4C7D-98CF-D9576912E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24467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D6601653-3941-4C9B-BD39-62EECE23AE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244677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2BC4A394-4FFE-4BFE-9A59-2B624E0711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EB4EABA5-FDCF-4F6F-8FF1-6FDFF50580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10F3C940-2320-488A-B24C-AB0A4FB539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F525BA82-37D8-47ED-AFF6-AE57124A4E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24467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C2D78955-C80F-4DA3-83AA-D28A5A6FAD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BC23DAAC-7C06-4012-8CBB-8E3126B68B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0382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60D19F80-DC80-49EC-8EDD-7889092C18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11F50BB3-EA39-4693-BAE1-1101EF0A41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00EFD45B-69A8-47F6-A5BF-779F7EB49F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9E53C464-7272-4EBC-830B-CB29A96988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B6BF10CE-C2AD-487A-9402-8D5C746ECF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1064C7FE-F8EB-47EF-97FA-348A520599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A991C553-06A1-4F26-BBBC-80F7E11E7A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63074"/>
              <a:ext cx="14192" cy="14097"/>
            </a:xfrm>
            <a:custGeom>
              <a:avLst/>
              <a:gdLst>
                <a:gd name="connsiteX0" fmla="*/ 14192 w 14192"/>
                <a:gd name="connsiteY0" fmla="*/ 7048 h 14097"/>
                <a:gd name="connsiteX1" fmla="*/ 7144 w 14192"/>
                <a:gd name="connsiteY1" fmla="*/ 14097 h 14097"/>
                <a:gd name="connsiteX2" fmla="*/ 0 w 14192"/>
                <a:gd name="connsiteY2" fmla="*/ 7048 h 14097"/>
                <a:gd name="connsiteX3" fmla="*/ 7049 w 14192"/>
                <a:gd name="connsiteY3" fmla="*/ 0 h 14097"/>
                <a:gd name="connsiteX4" fmla="*/ 14192 w 14192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BCE9C081-2191-4C84-956E-F106BB015C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292F6F03-BC34-40C6-8F17-7A169CD72F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A5101B80-7351-4F0F-AB7D-3E40B4D266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0570EE1D-95AC-4660-8E96-7C8A36FEB6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385D9A56-2D15-4E0A-B981-E168F09064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63074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8 w 14097"/>
                <a:gd name="connsiteY1" fmla="*/ 14097 h 14097"/>
                <a:gd name="connsiteX2" fmla="*/ 0 w 14097"/>
                <a:gd name="connsiteY2" fmla="*/ 7048 h 14097"/>
                <a:gd name="connsiteX3" fmla="*/ 7048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28D0BA2F-9273-4EAA-AD17-C4EFE11403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512CC54E-7976-4DC9-984C-45C2A23A72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2222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C8A3FC72-9FF9-41F6-97E0-45A0FEE946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48918C16-C9B6-40D5-93A0-DB547B644A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A05612C6-4858-4854-A3D3-90CF1E1C75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A8E88D77-C726-4008-849C-DA7361F885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24CFE7CA-C955-4365-90C3-6272CB9A3C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38B43FC8-B81C-490A-A346-4C6235DA8A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214D0221-0C97-4C71-B535-7506956EF8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6953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ED0C44EA-BD25-49A3-9EB8-9D8DED7C19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A3C9CCF2-15CC-4F7D-87F5-7FFEBAC9C2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9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8AA321D8-1D2C-472C-A2DB-EBB74498DD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724680C1-4BB5-45DB-A558-82514418CF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C94F4CEF-82DD-4CFB-8EE3-4AB115F6A0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4F186C9C-C620-4426-A674-E40F808F66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26281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8929942C-BA3F-40EF-94DD-4A5C22C5B7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D234974B-3555-465B-95A7-1C63CE7386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0E38F9FD-48AC-4C3E-9E75-D1C0B555E0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3AA72E26-5C3D-4231-9042-E00AE43E80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6684433D-3C9E-4C19-A801-D51CF3064F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2628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DADB0C3D-A021-4F40-93B3-76B61334FD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85433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41781C18-F408-401D-8A86-99FFBB9895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9D958D9F-E4B0-48B1-ADA4-3053AFB5D9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43EFCD46-F0FB-499C-81B9-3508FE5C8C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2B6A130F-CB85-4BDA-8DDF-8DAAB2F7D0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9359DA40-CA94-4B1F-9BE6-C800BEEC77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85432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73304FCD-8DAD-4BC8-A16E-84DDCA07FF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244676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BCB4864C-8F67-4BE7-89CC-664EA25EC5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845F543D-67FC-4640-A2A1-69DA6D0528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DBDB2A9C-60E5-4F7E-BA2B-4DD1595FB9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72B10DA2-D88E-4952-BDB5-102E61B4B2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AC5F5BED-3698-4F52-9977-D8CA2DC031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2446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E19CCEBC-AD20-45B2-A751-42B40BB31C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3A978AD9-9A35-4B89-B3BC-61E54AD9EB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77D8C808-AFC9-42DD-B253-0048903791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EECD0BF1-7C64-407E-8306-4C447B1D32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953B0F94-AC35-4CB2-878D-1DC7D68BE9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08EA50C2-BB5F-4368-AA91-67B207C1AB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DE45A7FE-0A45-45F6-8417-EBDA5A12D8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DA8B8DC8-F88C-432E-A8C2-8D13FE874F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D02C5430-233D-49F7-B852-181D2B2F61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76DB286F-9E15-441C-8697-57007B76C1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534DC0EE-15B7-44AE-A7DC-8B5E22688A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4FBE9900-F640-4248-9C4C-EDBE5E00AF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63074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37FF04AF-F86B-49F8-AAB5-DA696591A1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710DCFEA-4572-47A3-A6BE-7B21F5758C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BA42ED8E-CCC8-478F-9EF4-625B633071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146DF8F4-DF09-4E6C-887F-C9269E56A5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7FF3916E-5C82-4956-A88B-81BFAC91B8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7E5CF7AE-ED45-4AB5-9AEB-56FC964BFA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4222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7CFB132C-BEB1-4897-B1A4-97422811F6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81374"/>
              <a:ext cx="14192" cy="14096"/>
            </a:xfrm>
            <a:custGeom>
              <a:avLst/>
              <a:gdLst>
                <a:gd name="connsiteX0" fmla="*/ 14192 w 14192"/>
                <a:gd name="connsiteY0" fmla="*/ 7049 h 14096"/>
                <a:gd name="connsiteX1" fmla="*/ 7144 w 14192"/>
                <a:gd name="connsiteY1" fmla="*/ 14097 h 14096"/>
                <a:gd name="connsiteX2" fmla="*/ 0 w 14192"/>
                <a:gd name="connsiteY2" fmla="*/ 7049 h 14096"/>
                <a:gd name="connsiteX3" fmla="*/ 7049 w 14192"/>
                <a:gd name="connsiteY3" fmla="*/ 0 h 14096"/>
                <a:gd name="connsiteX4" fmla="*/ 14192 w 14192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1049"/>
                    <a:pt x="0" y="7049"/>
                  </a:cubicBezTo>
                  <a:cubicBezTo>
                    <a:pt x="0" y="3048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4EE49F21-E336-41BC-8256-85A9AB597F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C62510EE-BDCD-4393-9AD7-2D0C9A722D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2420F94B-4F00-4C6C-97E3-BA5B5E6871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E712560A-A110-4132-85D5-21BBBFA8C8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D1E3102B-23D5-43AE-A67D-583AAA52BA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9D5ABE4E-EB80-423C-BBCE-9C1B77D9B0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BEB8CCC5-38F5-4892-A00B-14B645BBDF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4062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8860175F-F7D5-4464-AD61-5B435528FE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E28C20B0-98AA-4A5B-8CE1-236A3F6CAA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8A56719F-13F0-4B75-8C04-DAACD8FD86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B30555DA-285C-4859-83DE-B16FF6DB13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67AF00E9-C8D6-41C4-9703-5468F51639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D07F88BD-A2E8-4F25-BB43-9372C6C9F3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DFAE35DA-8283-4F4B-8C00-FF8EFE39B3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9977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4340DEBE-A255-48E2-B7B2-AE881651CE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FE968FB9-507A-4F2E-B346-15995081B1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4DA99BD8-9C2B-46BF-AA27-ED405540D1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50C84F67-D2C2-48DF-8537-DF99C60240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F5CAEB9A-26A6-4FBF-916B-19FC9B0BFC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E4DEDE1B-4819-4E4B-849E-330D7DF56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C441B73E-F19C-4313-8F46-F600603B36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7" y="365901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014FE805-EF51-4859-A6DF-CF75F9A0F5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2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624CF2A5-BD9E-4570-8560-063BC70F26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2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6BEC415C-7946-43B2-9AC8-348B6B5CD0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1B615AD5-3365-43D4-8E16-377A2A2F97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9D184DFD-DD33-491E-90FF-6E4ECA2668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31B62FE1-0262-4B09-ABEA-8AA010137D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20C539C6-FAA9-4EBE-93D9-1F946E1449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9" y="371816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8C6EF3FF-09E5-4099-A49B-CA364A6E83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B3C5E06F-8F1E-4771-AAE4-B34B1D6A3D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4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538D5AE9-76CC-4AE4-B026-656EDCB01B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30F1A9B9-52AB-4527-BD4A-1802F7C960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46A57D78-C020-4EEF-971D-0C8802889A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7666D7A3-5ABF-4EDE-A0C5-F2099B2D86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5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13BC460A-E0FF-4658-A2FD-A3AF4D51DF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40" y="377741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26467CC2-3AB3-4D37-8323-385B7399F7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5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563A1F58-33CE-4EDF-B902-3F43F69DA2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6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DDCFAB2F-7E88-4A57-999A-2506A1FE71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83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571BEB66-3787-441F-BB54-80C05C6F13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35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641DC095-611E-4979-8664-6C0EB878FC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82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210B9ECF-D859-4919-A9D6-3208548F00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31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4FBC31D4-7E98-452C-8A87-822DE0432C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481374"/>
              <a:ext cx="14097" cy="14096"/>
            </a:xfrm>
            <a:custGeom>
              <a:avLst/>
              <a:gdLst>
                <a:gd name="connsiteX0" fmla="*/ 14097 w 14097"/>
                <a:gd name="connsiteY0" fmla="*/ 7049 h 14096"/>
                <a:gd name="connsiteX1" fmla="*/ 7049 w 14097"/>
                <a:gd name="connsiteY1" fmla="*/ 14097 h 14096"/>
                <a:gd name="connsiteX2" fmla="*/ 0 w 14097"/>
                <a:gd name="connsiteY2" fmla="*/ 7049 h 14096"/>
                <a:gd name="connsiteX3" fmla="*/ 7049 w 14097"/>
                <a:gd name="connsiteY3" fmla="*/ 0 h 14096"/>
                <a:gd name="connsiteX4" fmla="*/ 14097 w 14097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E302346C-F328-435B-87ED-447C6F8542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B94F507E-9E94-432E-AE8A-A6CB2C5D05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9 w 14096"/>
                <a:gd name="connsiteY1" fmla="*/ 14097 h 14096"/>
                <a:gd name="connsiteX2" fmla="*/ 0 w 14096"/>
                <a:gd name="connsiteY2" fmla="*/ 7049 h 14096"/>
                <a:gd name="connsiteX3" fmla="*/ 7049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1FFAC4F0-FD7F-4943-B60E-E276F8B23F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A8A5D871-92FD-43C3-BF94-0B524FA7D3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6A79A241-1665-453E-ADD4-18892D4F85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48137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81EABE18-4189-4E07-93C9-9B76673E3E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4062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B658A0EE-6F09-4EF7-B5E7-F23A556BDA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4062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15EB019C-C95B-4DE3-BD17-DC20F8007A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406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2948B3ED-79C1-47C8-B712-0BFB5536C3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4062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13387DB9-900B-422D-90F7-C5C7EB5D59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406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48FDCCF3-E6D6-4CD0-9D47-02FE785C7A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40631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BC14E8F6-33F6-47CE-9A24-EA71D71496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997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F78CC38F-63FC-4552-B17B-8D79D3C8F8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89042823-A002-49CE-B03D-ED1291DC13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96EFC6CE-198B-489B-B1EE-72CE842628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49FEA23D-54D9-45D7-9325-1E2F638C9C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9978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2DB04EE3-370F-49CE-BCFE-C2999C3CF2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9978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8BCBCC34-797D-41A8-8AD1-7E03E1BBFF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65902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AFF5C1F8-0EDE-4835-89E6-1FCB2EA395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6171D504-6300-457C-AFCC-064DBB3FCC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62ACE739-C8C4-4495-B04C-C3AFC44811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3F4771CD-CDCA-4FFE-8EF5-E42D1781E7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A10C0BFE-A8F9-4E21-9DFD-37A4D26C62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4D8D4EF9-4EF7-4538-A4AE-439F9335EA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71817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7E0500AB-5662-43B9-95C2-2EC80CC54F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984021AD-A6A2-4CDA-A953-72FBA7598B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FD1FBF47-CAC8-4385-9DC7-C9BB6167EA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FBAEE482-005F-4288-8D66-09EA246C45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71817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2C5DCF49-33DE-4AFF-818E-42F59F2804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71817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866903F3-208B-46D5-925B-254DC74291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2" y="3777419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2550D219-E342-4A38-BB89-575C1EE7AA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2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5B5485FC-95D0-4660-9594-2C9BD3B776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8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2EA358DA-C7E8-4DF8-B7D6-CC58295655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4" y="3777383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7990E8BB-4369-4845-8436-A6F3FE1D1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7" y="37774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D6C050C5-1951-434B-A7FE-D271E73F82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4" y="37774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191" name="Graphic 4">
            <a:extLst>
              <a:ext uri="{FF2B5EF4-FFF2-40B4-BE49-F238E27FC236}">
                <a16:creationId xmlns:a16="http://schemas.microsoft.com/office/drawing/2014/main" id="{773717CC-ECEE-4ABF-BA61-C59F468017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680915" y="4748271"/>
            <a:ext cx="1330536" cy="1330521"/>
            <a:chOff x="5734037" y="3067039"/>
            <a:chExt cx="724483" cy="724489"/>
          </a:xfrm>
          <a:solidFill>
            <a:schemeClr val="bg1">
              <a:alpha val="60000"/>
            </a:schemeClr>
          </a:solidFill>
        </p:grpSpPr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9A4FAE41-62DF-4B8E-BD66-8EC206E0E3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067039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3" name="Freeform: Shape 192">
              <a:extLst>
                <a:ext uri="{FF2B5EF4-FFF2-40B4-BE49-F238E27FC236}">
                  <a16:creationId xmlns:a16="http://schemas.microsoft.com/office/drawing/2014/main" id="{564C7F1F-5546-40DC-A16B-C9A3E45777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4" name="Freeform: Shape 193">
              <a:extLst>
                <a:ext uri="{FF2B5EF4-FFF2-40B4-BE49-F238E27FC236}">
                  <a16:creationId xmlns:a16="http://schemas.microsoft.com/office/drawing/2014/main" id="{45583216-FC24-4B75-9703-DBEC401FF8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2FD0A70D-2E7E-4048-8145-0F45EDBBCE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6" name="Freeform: Shape 195">
              <a:extLst>
                <a:ext uri="{FF2B5EF4-FFF2-40B4-BE49-F238E27FC236}">
                  <a16:creationId xmlns:a16="http://schemas.microsoft.com/office/drawing/2014/main" id="{B703C78E-D176-4455-B7B5-2DB4F418DB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7" name="Freeform: Shape 196">
              <a:extLst>
                <a:ext uri="{FF2B5EF4-FFF2-40B4-BE49-F238E27FC236}">
                  <a16:creationId xmlns:a16="http://schemas.microsoft.com/office/drawing/2014/main" id="{AD23B98E-D1FB-4BD9-BA4A-060BC8266E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8" name="Freeform: Shape 197">
              <a:extLst>
                <a:ext uri="{FF2B5EF4-FFF2-40B4-BE49-F238E27FC236}">
                  <a16:creationId xmlns:a16="http://schemas.microsoft.com/office/drawing/2014/main" id="{C1541992-EEDB-4D6B-BDA9-B66E58A170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9" name="Freeform: Shape 198">
              <a:extLst>
                <a:ext uri="{FF2B5EF4-FFF2-40B4-BE49-F238E27FC236}">
                  <a16:creationId xmlns:a16="http://schemas.microsoft.com/office/drawing/2014/main" id="{08072B3B-B852-4186-ACFE-F614251324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26284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0" name="Freeform: Shape 199">
              <a:extLst>
                <a:ext uri="{FF2B5EF4-FFF2-40B4-BE49-F238E27FC236}">
                  <a16:creationId xmlns:a16="http://schemas.microsoft.com/office/drawing/2014/main" id="{7B5DD2CA-BCBA-4F3E-B472-840067686A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2628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1" name="Freeform: Shape 200">
              <a:extLst>
                <a:ext uri="{FF2B5EF4-FFF2-40B4-BE49-F238E27FC236}">
                  <a16:creationId xmlns:a16="http://schemas.microsoft.com/office/drawing/2014/main" id="{C7335DFE-05E4-4D45-B035-1D85E7648E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2" name="Freeform: Shape 201">
              <a:extLst>
                <a:ext uri="{FF2B5EF4-FFF2-40B4-BE49-F238E27FC236}">
                  <a16:creationId xmlns:a16="http://schemas.microsoft.com/office/drawing/2014/main" id="{ADCF9375-A092-491A-960D-A4DBB376C3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3" name="Freeform: Shape 202">
              <a:extLst>
                <a:ext uri="{FF2B5EF4-FFF2-40B4-BE49-F238E27FC236}">
                  <a16:creationId xmlns:a16="http://schemas.microsoft.com/office/drawing/2014/main" id="{95341599-7E99-490F-9AF8-07EAE5C8DB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4" name="Freeform: Shape 203">
              <a:extLst>
                <a:ext uri="{FF2B5EF4-FFF2-40B4-BE49-F238E27FC236}">
                  <a16:creationId xmlns:a16="http://schemas.microsoft.com/office/drawing/2014/main" id="{E1C55EB0-818A-46E6-8D53-5503100290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12628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8 w 14097"/>
                <a:gd name="connsiteY1" fmla="*/ 14097 h 14097"/>
                <a:gd name="connsiteX2" fmla="*/ 0 w 14097"/>
                <a:gd name="connsiteY2" fmla="*/ 7049 h 14097"/>
                <a:gd name="connsiteX3" fmla="*/ 7048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5" name="Freeform: Shape 204">
              <a:extLst>
                <a:ext uri="{FF2B5EF4-FFF2-40B4-BE49-F238E27FC236}">
                  <a16:creationId xmlns:a16="http://schemas.microsoft.com/office/drawing/2014/main" id="{319B036C-5BD8-4F3B-8935-96D50F410D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6" name="Freeform: Shape 205">
              <a:extLst>
                <a:ext uri="{FF2B5EF4-FFF2-40B4-BE49-F238E27FC236}">
                  <a16:creationId xmlns:a16="http://schemas.microsoft.com/office/drawing/2014/main" id="{A8445880-106C-4DC8-A250-D132F0D6F3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8543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7" name="Freeform: Shape 206">
              <a:extLst>
                <a:ext uri="{FF2B5EF4-FFF2-40B4-BE49-F238E27FC236}">
                  <a16:creationId xmlns:a16="http://schemas.microsoft.com/office/drawing/2014/main" id="{952AA1DD-5DBE-43CD-9B85-63C7626929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8" name="Freeform: Shape 207">
              <a:extLst>
                <a:ext uri="{FF2B5EF4-FFF2-40B4-BE49-F238E27FC236}">
                  <a16:creationId xmlns:a16="http://schemas.microsoft.com/office/drawing/2014/main" id="{2A412466-ED73-4944-83CE-224B1769C2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9" name="Freeform: Shape 208">
              <a:extLst>
                <a:ext uri="{FF2B5EF4-FFF2-40B4-BE49-F238E27FC236}">
                  <a16:creationId xmlns:a16="http://schemas.microsoft.com/office/drawing/2014/main" id="{807E195A-10DB-494C-A547-E1D0C6F616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0" name="Freeform: Shape 209">
              <a:extLst>
                <a:ext uri="{FF2B5EF4-FFF2-40B4-BE49-F238E27FC236}">
                  <a16:creationId xmlns:a16="http://schemas.microsoft.com/office/drawing/2014/main" id="{4CD4AECE-734D-4B90-984F-B2ABFA2B6F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1" name="Freeform: Shape 210">
              <a:extLst>
                <a:ext uri="{FF2B5EF4-FFF2-40B4-BE49-F238E27FC236}">
                  <a16:creationId xmlns:a16="http://schemas.microsoft.com/office/drawing/2014/main" id="{2927072E-8001-4AD1-A4C4-2EDBA3BF87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2" name="Freeform: Shape 211">
              <a:extLst>
                <a:ext uri="{FF2B5EF4-FFF2-40B4-BE49-F238E27FC236}">
                  <a16:creationId xmlns:a16="http://schemas.microsoft.com/office/drawing/2014/main" id="{499D6F50-E593-46A3-81D8-73389276B2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3" name="Freeform: Shape 212">
              <a:extLst>
                <a:ext uri="{FF2B5EF4-FFF2-40B4-BE49-F238E27FC236}">
                  <a16:creationId xmlns:a16="http://schemas.microsoft.com/office/drawing/2014/main" id="{7A96E600-84B4-452B-AE40-295FC5807E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24467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4" name="Freeform: Shape 213">
              <a:extLst>
                <a:ext uri="{FF2B5EF4-FFF2-40B4-BE49-F238E27FC236}">
                  <a16:creationId xmlns:a16="http://schemas.microsoft.com/office/drawing/2014/main" id="{CBBA17AC-C1AB-4BFC-A051-457275D1D6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244677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5" name="Freeform: Shape 214">
              <a:extLst>
                <a:ext uri="{FF2B5EF4-FFF2-40B4-BE49-F238E27FC236}">
                  <a16:creationId xmlns:a16="http://schemas.microsoft.com/office/drawing/2014/main" id="{488E850C-90D5-4D0F-A57D-7809327EF3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6" name="Freeform: Shape 215">
              <a:extLst>
                <a:ext uri="{FF2B5EF4-FFF2-40B4-BE49-F238E27FC236}">
                  <a16:creationId xmlns:a16="http://schemas.microsoft.com/office/drawing/2014/main" id="{9F98D808-AB13-4D8D-B4C5-9D32153462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7" name="Freeform: Shape 216">
              <a:extLst>
                <a:ext uri="{FF2B5EF4-FFF2-40B4-BE49-F238E27FC236}">
                  <a16:creationId xmlns:a16="http://schemas.microsoft.com/office/drawing/2014/main" id="{95AFFBC0-FF37-4117-86FA-21ABDA17AB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8" name="Freeform: Shape 217">
              <a:extLst>
                <a:ext uri="{FF2B5EF4-FFF2-40B4-BE49-F238E27FC236}">
                  <a16:creationId xmlns:a16="http://schemas.microsoft.com/office/drawing/2014/main" id="{ED0AC42A-17B0-4154-968C-CAE2A04C28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24467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9" name="Freeform: Shape 218">
              <a:extLst>
                <a:ext uri="{FF2B5EF4-FFF2-40B4-BE49-F238E27FC236}">
                  <a16:creationId xmlns:a16="http://schemas.microsoft.com/office/drawing/2014/main" id="{4A7A31A0-8490-4B9D-B9CC-7FF28053EB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" name="Freeform: Shape 219">
              <a:extLst>
                <a:ext uri="{FF2B5EF4-FFF2-40B4-BE49-F238E27FC236}">
                  <a16:creationId xmlns:a16="http://schemas.microsoft.com/office/drawing/2014/main" id="{8188899C-6A74-43D8-B36C-F86B278C89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0382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" name="Freeform: Shape 220">
              <a:extLst>
                <a:ext uri="{FF2B5EF4-FFF2-40B4-BE49-F238E27FC236}">
                  <a16:creationId xmlns:a16="http://schemas.microsoft.com/office/drawing/2014/main" id="{1537EAA6-95B6-4674-A7B9-40F9AB7F59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2" name="Freeform: Shape 221">
              <a:extLst>
                <a:ext uri="{FF2B5EF4-FFF2-40B4-BE49-F238E27FC236}">
                  <a16:creationId xmlns:a16="http://schemas.microsoft.com/office/drawing/2014/main" id="{F4B29507-C08F-4764-B703-0EB33A0FAC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3" name="Freeform: Shape 222">
              <a:extLst>
                <a:ext uri="{FF2B5EF4-FFF2-40B4-BE49-F238E27FC236}">
                  <a16:creationId xmlns:a16="http://schemas.microsoft.com/office/drawing/2014/main" id="{4200E500-6A99-47FC-A30F-FA4C85DA8C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4" name="Freeform: Shape 223">
              <a:extLst>
                <a:ext uri="{FF2B5EF4-FFF2-40B4-BE49-F238E27FC236}">
                  <a16:creationId xmlns:a16="http://schemas.microsoft.com/office/drawing/2014/main" id="{9558677C-76AD-451F-AEEE-C5FEE4179C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79E472E5-A81A-44E7-AEBA-C3A593497B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5CD54F54-9E41-4635-A533-6CC6515E13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B22D6F46-74C0-49D9-8CD8-BC125E973D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63074"/>
              <a:ext cx="14192" cy="14097"/>
            </a:xfrm>
            <a:custGeom>
              <a:avLst/>
              <a:gdLst>
                <a:gd name="connsiteX0" fmla="*/ 14192 w 14192"/>
                <a:gd name="connsiteY0" fmla="*/ 7048 h 14097"/>
                <a:gd name="connsiteX1" fmla="*/ 7144 w 14192"/>
                <a:gd name="connsiteY1" fmla="*/ 14097 h 14097"/>
                <a:gd name="connsiteX2" fmla="*/ 0 w 14192"/>
                <a:gd name="connsiteY2" fmla="*/ 7048 h 14097"/>
                <a:gd name="connsiteX3" fmla="*/ 7049 w 14192"/>
                <a:gd name="connsiteY3" fmla="*/ 0 h 14097"/>
                <a:gd name="connsiteX4" fmla="*/ 14192 w 14192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C6FAA6EC-EDF6-4522-ACD8-8D4F7FF872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5F8364DC-ED1A-482D-A418-7941B199CB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1896D361-70A8-4528-940B-F306550F88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4D1CB00A-0CE1-4E25-ADCE-9562845F54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E1B6761E-B7C6-4218-B95F-F6DEC0066D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63074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8 w 14097"/>
                <a:gd name="connsiteY1" fmla="*/ 14097 h 14097"/>
                <a:gd name="connsiteX2" fmla="*/ 0 w 14097"/>
                <a:gd name="connsiteY2" fmla="*/ 7048 h 14097"/>
                <a:gd name="connsiteX3" fmla="*/ 7048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CA081177-DAC3-4667-91A1-4CC885D4A1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435007DC-BB8D-43BA-9598-AE79AA262E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2222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46628B8A-02EC-44EF-B52C-5EBAFBCF9C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2DACEC99-8F4C-495C-8EAA-670A3A02ED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C8EFEAD4-1425-4357-9D8A-F326DABC6E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FDA70E94-A082-47D4-B4F8-142AEF1DC3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10E96E8A-1EEA-4F1D-8CFE-12DC9B9E7A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B12D7CC4-A548-4FF7-A6B2-9151CFA9E3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CB3F1C68-B597-4669-87F8-C80124ABE0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6953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A57037D2-0958-4F34-815F-C8CA7F86AE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3" name="Freeform: Shape 242">
              <a:extLst>
                <a:ext uri="{FF2B5EF4-FFF2-40B4-BE49-F238E27FC236}">
                  <a16:creationId xmlns:a16="http://schemas.microsoft.com/office/drawing/2014/main" id="{30AF3969-3F11-4157-B4B9-33B1314623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9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4" name="Freeform: Shape 243">
              <a:extLst>
                <a:ext uri="{FF2B5EF4-FFF2-40B4-BE49-F238E27FC236}">
                  <a16:creationId xmlns:a16="http://schemas.microsoft.com/office/drawing/2014/main" id="{51D613E3-18F5-4426-ADEB-DEC123E16B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5" name="Freeform: Shape 244">
              <a:extLst>
                <a:ext uri="{FF2B5EF4-FFF2-40B4-BE49-F238E27FC236}">
                  <a16:creationId xmlns:a16="http://schemas.microsoft.com/office/drawing/2014/main" id="{1DC25548-A3A9-4018-A29B-6972D353F9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6" name="Freeform: Shape 245">
              <a:extLst>
                <a:ext uri="{FF2B5EF4-FFF2-40B4-BE49-F238E27FC236}">
                  <a16:creationId xmlns:a16="http://schemas.microsoft.com/office/drawing/2014/main" id="{7EDE6372-94D2-435D-BD43-A20072D807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7" name="Freeform: Shape 246">
              <a:extLst>
                <a:ext uri="{FF2B5EF4-FFF2-40B4-BE49-F238E27FC236}">
                  <a16:creationId xmlns:a16="http://schemas.microsoft.com/office/drawing/2014/main" id="{729575A6-77E2-4199-8F0A-27C89330A0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26281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8" name="Freeform: Shape 247">
              <a:extLst>
                <a:ext uri="{FF2B5EF4-FFF2-40B4-BE49-F238E27FC236}">
                  <a16:creationId xmlns:a16="http://schemas.microsoft.com/office/drawing/2014/main" id="{12EB506D-59AD-4011-80F8-36A2BDB954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9" name="Freeform: Shape 248">
              <a:extLst>
                <a:ext uri="{FF2B5EF4-FFF2-40B4-BE49-F238E27FC236}">
                  <a16:creationId xmlns:a16="http://schemas.microsoft.com/office/drawing/2014/main" id="{92FD46FA-14EB-46A2-B4A3-ECD1F49BAC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0" name="Freeform: Shape 249">
              <a:extLst>
                <a:ext uri="{FF2B5EF4-FFF2-40B4-BE49-F238E27FC236}">
                  <a16:creationId xmlns:a16="http://schemas.microsoft.com/office/drawing/2014/main" id="{1CD84E07-49A9-40E3-B34C-91C156C9C6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1" name="Freeform: Shape 250">
              <a:extLst>
                <a:ext uri="{FF2B5EF4-FFF2-40B4-BE49-F238E27FC236}">
                  <a16:creationId xmlns:a16="http://schemas.microsoft.com/office/drawing/2014/main" id="{F3090306-C384-44A0-8C38-77397133BA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2" name="Freeform: Shape 251">
              <a:extLst>
                <a:ext uri="{FF2B5EF4-FFF2-40B4-BE49-F238E27FC236}">
                  <a16:creationId xmlns:a16="http://schemas.microsoft.com/office/drawing/2014/main" id="{3515E97E-31A4-4273-AB55-8EAD74CB9E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2628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3" name="Freeform: Shape 252">
              <a:extLst>
                <a:ext uri="{FF2B5EF4-FFF2-40B4-BE49-F238E27FC236}">
                  <a16:creationId xmlns:a16="http://schemas.microsoft.com/office/drawing/2014/main" id="{792F63CA-0494-43E2-A0AA-37C35C8326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85433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4" name="Freeform: Shape 253">
              <a:extLst>
                <a:ext uri="{FF2B5EF4-FFF2-40B4-BE49-F238E27FC236}">
                  <a16:creationId xmlns:a16="http://schemas.microsoft.com/office/drawing/2014/main" id="{5389A040-E4CC-4CE7-8B9F-40ECA9ACE1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5" name="Freeform: Shape 254">
              <a:extLst>
                <a:ext uri="{FF2B5EF4-FFF2-40B4-BE49-F238E27FC236}">
                  <a16:creationId xmlns:a16="http://schemas.microsoft.com/office/drawing/2014/main" id="{1BA51B23-705C-49BE-B606-8A9B623E0A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6" name="Freeform: Shape 255">
              <a:extLst>
                <a:ext uri="{FF2B5EF4-FFF2-40B4-BE49-F238E27FC236}">
                  <a16:creationId xmlns:a16="http://schemas.microsoft.com/office/drawing/2014/main" id="{B16EF17A-F451-4B5B-9052-33A9116E9D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7" name="Freeform: Shape 256">
              <a:extLst>
                <a:ext uri="{FF2B5EF4-FFF2-40B4-BE49-F238E27FC236}">
                  <a16:creationId xmlns:a16="http://schemas.microsoft.com/office/drawing/2014/main" id="{1B20B7D1-27D7-4E1A-A317-E9E7A105A9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8" name="Freeform: Shape 257">
              <a:extLst>
                <a:ext uri="{FF2B5EF4-FFF2-40B4-BE49-F238E27FC236}">
                  <a16:creationId xmlns:a16="http://schemas.microsoft.com/office/drawing/2014/main" id="{1E3FADAF-FD1D-45B2-A40D-EBDD536E75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85432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9" name="Freeform: Shape 258">
              <a:extLst>
                <a:ext uri="{FF2B5EF4-FFF2-40B4-BE49-F238E27FC236}">
                  <a16:creationId xmlns:a16="http://schemas.microsoft.com/office/drawing/2014/main" id="{301257BA-BCE2-4479-A04F-A9DBFAF928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244676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0" name="Freeform: Shape 259">
              <a:extLst>
                <a:ext uri="{FF2B5EF4-FFF2-40B4-BE49-F238E27FC236}">
                  <a16:creationId xmlns:a16="http://schemas.microsoft.com/office/drawing/2014/main" id="{619D0ABC-04D9-405A-A52F-5EEC01762A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1" name="Freeform: Shape 260">
              <a:extLst>
                <a:ext uri="{FF2B5EF4-FFF2-40B4-BE49-F238E27FC236}">
                  <a16:creationId xmlns:a16="http://schemas.microsoft.com/office/drawing/2014/main" id="{123AE5C7-608A-47A7-B7A1-55662B70BF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2" name="Freeform: Shape 261">
              <a:extLst>
                <a:ext uri="{FF2B5EF4-FFF2-40B4-BE49-F238E27FC236}">
                  <a16:creationId xmlns:a16="http://schemas.microsoft.com/office/drawing/2014/main" id="{957BDA1A-3081-45EB-A31E-3F98EC6DC3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3" name="Freeform: Shape 262">
              <a:extLst>
                <a:ext uri="{FF2B5EF4-FFF2-40B4-BE49-F238E27FC236}">
                  <a16:creationId xmlns:a16="http://schemas.microsoft.com/office/drawing/2014/main" id="{683DDA50-C794-4DC5-8297-CFDEB8DCB4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4" name="Freeform: Shape 263">
              <a:extLst>
                <a:ext uri="{FF2B5EF4-FFF2-40B4-BE49-F238E27FC236}">
                  <a16:creationId xmlns:a16="http://schemas.microsoft.com/office/drawing/2014/main" id="{FA42024A-A832-4635-9CE6-B968232CE8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2446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5" name="Freeform: Shape 264">
              <a:extLst>
                <a:ext uri="{FF2B5EF4-FFF2-40B4-BE49-F238E27FC236}">
                  <a16:creationId xmlns:a16="http://schemas.microsoft.com/office/drawing/2014/main" id="{564D00AA-3E68-4F56-80A0-08D5DFFB61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6" name="Freeform: Shape 265">
              <a:extLst>
                <a:ext uri="{FF2B5EF4-FFF2-40B4-BE49-F238E27FC236}">
                  <a16:creationId xmlns:a16="http://schemas.microsoft.com/office/drawing/2014/main" id="{D988A711-E3E8-4172-AFE1-60E93FF10A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7" name="Freeform: Shape 266">
              <a:extLst>
                <a:ext uri="{FF2B5EF4-FFF2-40B4-BE49-F238E27FC236}">
                  <a16:creationId xmlns:a16="http://schemas.microsoft.com/office/drawing/2014/main" id="{7A89FF34-EE34-461C-A3EF-73AC3801B9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8" name="Freeform: Shape 267">
              <a:extLst>
                <a:ext uri="{FF2B5EF4-FFF2-40B4-BE49-F238E27FC236}">
                  <a16:creationId xmlns:a16="http://schemas.microsoft.com/office/drawing/2014/main" id="{80D55E43-BE59-444D-B32B-9C0306A126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9" name="Freeform: Shape 268">
              <a:extLst>
                <a:ext uri="{FF2B5EF4-FFF2-40B4-BE49-F238E27FC236}">
                  <a16:creationId xmlns:a16="http://schemas.microsoft.com/office/drawing/2014/main" id="{639C823F-B16B-4DF7-BA6E-0D832AAB27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0" name="Freeform: Shape 269">
              <a:extLst>
                <a:ext uri="{FF2B5EF4-FFF2-40B4-BE49-F238E27FC236}">
                  <a16:creationId xmlns:a16="http://schemas.microsoft.com/office/drawing/2014/main" id="{2E623C08-172F-41EA-90CB-59ED0D583B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1" name="Freeform: Shape 270">
              <a:extLst>
                <a:ext uri="{FF2B5EF4-FFF2-40B4-BE49-F238E27FC236}">
                  <a16:creationId xmlns:a16="http://schemas.microsoft.com/office/drawing/2014/main" id="{94C0577F-0FF9-47D5-8C6D-FC7B4CC318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2" name="Freeform: Shape 271">
              <a:extLst>
                <a:ext uri="{FF2B5EF4-FFF2-40B4-BE49-F238E27FC236}">
                  <a16:creationId xmlns:a16="http://schemas.microsoft.com/office/drawing/2014/main" id="{30C80E9D-7909-4C52-ACAD-80FF874F99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3" name="Freeform: Shape 272">
              <a:extLst>
                <a:ext uri="{FF2B5EF4-FFF2-40B4-BE49-F238E27FC236}">
                  <a16:creationId xmlns:a16="http://schemas.microsoft.com/office/drawing/2014/main" id="{2B9598CE-4E74-4A54-BAB8-59379D2114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4" name="Freeform: Shape 273">
              <a:extLst>
                <a:ext uri="{FF2B5EF4-FFF2-40B4-BE49-F238E27FC236}">
                  <a16:creationId xmlns:a16="http://schemas.microsoft.com/office/drawing/2014/main" id="{E7188EAA-47E1-4B73-8682-C74A0421BE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5" name="Freeform: Shape 274">
              <a:extLst>
                <a:ext uri="{FF2B5EF4-FFF2-40B4-BE49-F238E27FC236}">
                  <a16:creationId xmlns:a16="http://schemas.microsoft.com/office/drawing/2014/main" id="{36900E8B-61F2-411F-B29F-A9CDC6E811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6" name="Freeform: Shape 275">
              <a:extLst>
                <a:ext uri="{FF2B5EF4-FFF2-40B4-BE49-F238E27FC236}">
                  <a16:creationId xmlns:a16="http://schemas.microsoft.com/office/drawing/2014/main" id="{0A25598A-334A-487D-9604-4753EAE81E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63074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7" name="Freeform: Shape 276">
              <a:extLst>
                <a:ext uri="{FF2B5EF4-FFF2-40B4-BE49-F238E27FC236}">
                  <a16:creationId xmlns:a16="http://schemas.microsoft.com/office/drawing/2014/main" id="{C8DBE472-045A-491C-AB7C-4153EE2B00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8" name="Freeform: Shape 277">
              <a:extLst>
                <a:ext uri="{FF2B5EF4-FFF2-40B4-BE49-F238E27FC236}">
                  <a16:creationId xmlns:a16="http://schemas.microsoft.com/office/drawing/2014/main" id="{2F6DD374-5D5F-48BB-8135-8F37EE2C23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9" name="Freeform: Shape 278">
              <a:extLst>
                <a:ext uri="{FF2B5EF4-FFF2-40B4-BE49-F238E27FC236}">
                  <a16:creationId xmlns:a16="http://schemas.microsoft.com/office/drawing/2014/main" id="{386B8A5A-00D0-4291-937B-931B3F19CD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0" name="Freeform: Shape 279">
              <a:extLst>
                <a:ext uri="{FF2B5EF4-FFF2-40B4-BE49-F238E27FC236}">
                  <a16:creationId xmlns:a16="http://schemas.microsoft.com/office/drawing/2014/main" id="{89C10BFA-8067-495D-810E-1F4085F7B4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1" name="Freeform: Shape 280">
              <a:extLst>
                <a:ext uri="{FF2B5EF4-FFF2-40B4-BE49-F238E27FC236}">
                  <a16:creationId xmlns:a16="http://schemas.microsoft.com/office/drawing/2014/main" id="{51F94E69-8294-4AB3-A457-3BD4ACF085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2" name="Freeform: Shape 281">
              <a:extLst>
                <a:ext uri="{FF2B5EF4-FFF2-40B4-BE49-F238E27FC236}">
                  <a16:creationId xmlns:a16="http://schemas.microsoft.com/office/drawing/2014/main" id="{AD2859C5-45C5-4EE2-8272-0FA7A02353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4222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3" name="Freeform: Shape 282">
              <a:extLst>
                <a:ext uri="{FF2B5EF4-FFF2-40B4-BE49-F238E27FC236}">
                  <a16:creationId xmlns:a16="http://schemas.microsoft.com/office/drawing/2014/main" id="{14AFB321-1B9D-41AF-9686-8C689A3F4B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81374"/>
              <a:ext cx="14192" cy="14096"/>
            </a:xfrm>
            <a:custGeom>
              <a:avLst/>
              <a:gdLst>
                <a:gd name="connsiteX0" fmla="*/ 14192 w 14192"/>
                <a:gd name="connsiteY0" fmla="*/ 7049 h 14096"/>
                <a:gd name="connsiteX1" fmla="*/ 7144 w 14192"/>
                <a:gd name="connsiteY1" fmla="*/ 14097 h 14096"/>
                <a:gd name="connsiteX2" fmla="*/ 0 w 14192"/>
                <a:gd name="connsiteY2" fmla="*/ 7049 h 14096"/>
                <a:gd name="connsiteX3" fmla="*/ 7049 w 14192"/>
                <a:gd name="connsiteY3" fmla="*/ 0 h 14096"/>
                <a:gd name="connsiteX4" fmla="*/ 14192 w 14192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1049"/>
                    <a:pt x="0" y="7049"/>
                  </a:cubicBezTo>
                  <a:cubicBezTo>
                    <a:pt x="0" y="3048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4" name="Freeform: Shape 283">
              <a:extLst>
                <a:ext uri="{FF2B5EF4-FFF2-40B4-BE49-F238E27FC236}">
                  <a16:creationId xmlns:a16="http://schemas.microsoft.com/office/drawing/2014/main" id="{5C4403F4-D893-4E4C-8DFE-E79AE6A62A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5" name="Freeform: Shape 284">
              <a:extLst>
                <a:ext uri="{FF2B5EF4-FFF2-40B4-BE49-F238E27FC236}">
                  <a16:creationId xmlns:a16="http://schemas.microsoft.com/office/drawing/2014/main" id="{BA894316-677B-4B51-AF19-0D3FAF96A7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6" name="Freeform: Shape 285">
              <a:extLst>
                <a:ext uri="{FF2B5EF4-FFF2-40B4-BE49-F238E27FC236}">
                  <a16:creationId xmlns:a16="http://schemas.microsoft.com/office/drawing/2014/main" id="{07FDE9AD-8F5A-44B0-AC7E-30148150D0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7" name="Freeform: Shape 286">
              <a:extLst>
                <a:ext uri="{FF2B5EF4-FFF2-40B4-BE49-F238E27FC236}">
                  <a16:creationId xmlns:a16="http://schemas.microsoft.com/office/drawing/2014/main" id="{A4D0E6BA-489D-4EA4-994E-225F7D078B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8" name="Freeform: Shape 287">
              <a:extLst>
                <a:ext uri="{FF2B5EF4-FFF2-40B4-BE49-F238E27FC236}">
                  <a16:creationId xmlns:a16="http://schemas.microsoft.com/office/drawing/2014/main" id="{7EDFBCCB-EC92-4860-BBDB-2EC6355FEE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9" name="Freeform: Shape 288">
              <a:extLst>
                <a:ext uri="{FF2B5EF4-FFF2-40B4-BE49-F238E27FC236}">
                  <a16:creationId xmlns:a16="http://schemas.microsoft.com/office/drawing/2014/main" id="{459DBA8E-2EB0-4C51-A161-2C595B89D4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0" name="Freeform: Shape 289">
              <a:extLst>
                <a:ext uri="{FF2B5EF4-FFF2-40B4-BE49-F238E27FC236}">
                  <a16:creationId xmlns:a16="http://schemas.microsoft.com/office/drawing/2014/main" id="{FB1BA285-9A95-49B7-A098-F38400D92B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4062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1" name="Freeform: Shape 290">
              <a:extLst>
                <a:ext uri="{FF2B5EF4-FFF2-40B4-BE49-F238E27FC236}">
                  <a16:creationId xmlns:a16="http://schemas.microsoft.com/office/drawing/2014/main" id="{D29C405E-90F5-4AB5-8B5F-3CA2F1815A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2" name="Freeform: Shape 291">
              <a:extLst>
                <a:ext uri="{FF2B5EF4-FFF2-40B4-BE49-F238E27FC236}">
                  <a16:creationId xmlns:a16="http://schemas.microsoft.com/office/drawing/2014/main" id="{F7214FFD-3321-412F-9CA5-4BC6E874F9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3" name="Freeform: Shape 292">
              <a:extLst>
                <a:ext uri="{FF2B5EF4-FFF2-40B4-BE49-F238E27FC236}">
                  <a16:creationId xmlns:a16="http://schemas.microsoft.com/office/drawing/2014/main" id="{5F16C3D8-64A1-443D-92A7-EA97518A63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4" name="Freeform: Shape 293">
              <a:extLst>
                <a:ext uri="{FF2B5EF4-FFF2-40B4-BE49-F238E27FC236}">
                  <a16:creationId xmlns:a16="http://schemas.microsoft.com/office/drawing/2014/main" id="{7E4EFAB9-436A-4B6B-A16B-8DA3F614A8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5" name="Freeform: Shape 294">
              <a:extLst>
                <a:ext uri="{FF2B5EF4-FFF2-40B4-BE49-F238E27FC236}">
                  <a16:creationId xmlns:a16="http://schemas.microsoft.com/office/drawing/2014/main" id="{037DDFC3-D7A5-443D-8417-D723296DA7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6" name="Freeform: Shape 295">
              <a:extLst>
                <a:ext uri="{FF2B5EF4-FFF2-40B4-BE49-F238E27FC236}">
                  <a16:creationId xmlns:a16="http://schemas.microsoft.com/office/drawing/2014/main" id="{253AC142-F4B4-47E8-BBEE-F7D0F8547F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7" name="Freeform: Shape 296">
              <a:extLst>
                <a:ext uri="{FF2B5EF4-FFF2-40B4-BE49-F238E27FC236}">
                  <a16:creationId xmlns:a16="http://schemas.microsoft.com/office/drawing/2014/main" id="{890AAA82-94E2-41D0-AE92-9C87195CCB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9977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8" name="Freeform: Shape 297">
              <a:extLst>
                <a:ext uri="{FF2B5EF4-FFF2-40B4-BE49-F238E27FC236}">
                  <a16:creationId xmlns:a16="http://schemas.microsoft.com/office/drawing/2014/main" id="{FD33B856-EF4E-40FC-BDA0-9E26203D03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9" name="Freeform: Shape 298">
              <a:extLst>
                <a:ext uri="{FF2B5EF4-FFF2-40B4-BE49-F238E27FC236}">
                  <a16:creationId xmlns:a16="http://schemas.microsoft.com/office/drawing/2014/main" id="{24AEBF58-C8A2-4D00-9AFB-B5012AEA36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0" name="Freeform: Shape 299">
              <a:extLst>
                <a:ext uri="{FF2B5EF4-FFF2-40B4-BE49-F238E27FC236}">
                  <a16:creationId xmlns:a16="http://schemas.microsoft.com/office/drawing/2014/main" id="{21270E55-4211-4529-BDC3-29B80BDF50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1" name="Freeform: Shape 300">
              <a:extLst>
                <a:ext uri="{FF2B5EF4-FFF2-40B4-BE49-F238E27FC236}">
                  <a16:creationId xmlns:a16="http://schemas.microsoft.com/office/drawing/2014/main" id="{16DD7E91-EFBB-4DD7-B30F-4A13C20BED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2" name="Freeform: Shape 301">
              <a:extLst>
                <a:ext uri="{FF2B5EF4-FFF2-40B4-BE49-F238E27FC236}">
                  <a16:creationId xmlns:a16="http://schemas.microsoft.com/office/drawing/2014/main" id="{96260F31-66FB-4E2C-801E-701C2B859A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3" name="Freeform: Shape 302">
              <a:extLst>
                <a:ext uri="{FF2B5EF4-FFF2-40B4-BE49-F238E27FC236}">
                  <a16:creationId xmlns:a16="http://schemas.microsoft.com/office/drawing/2014/main" id="{B5FEE1C9-3961-4400-AD3E-B5AD93A474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4" name="Freeform: Shape 303">
              <a:extLst>
                <a:ext uri="{FF2B5EF4-FFF2-40B4-BE49-F238E27FC236}">
                  <a16:creationId xmlns:a16="http://schemas.microsoft.com/office/drawing/2014/main" id="{34E1BE05-269F-4A13-99FE-2A973A0E77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7" y="365901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5" name="Freeform: Shape 304">
              <a:extLst>
                <a:ext uri="{FF2B5EF4-FFF2-40B4-BE49-F238E27FC236}">
                  <a16:creationId xmlns:a16="http://schemas.microsoft.com/office/drawing/2014/main" id="{2D591FBD-65C6-46C4-AF19-875D652DCF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2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6" name="Freeform: Shape 305">
              <a:extLst>
                <a:ext uri="{FF2B5EF4-FFF2-40B4-BE49-F238E27FC236}">
                  <a16:creationId xmlns:a16="http://schemas.microsoft.com/office/drawing/2014/main" id="{85F7E635-CB45-4346-BBFB-10FF0576AF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2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7" name="Freeform: Shape 306">
              <a:extLst>
                <a:ext uri="{FF2B5EF4-FFF2-40B4-BE49-F238E27FC236}">
                  <a16:creationId xmlns:a16="http://schemas.microsoft.com/office/drawing/2014/main" id="{3BDAC885-F0B3-4D66-8587-4384652983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8" name="Freeform: Shape 307">
              <a:extLst>
                <a:ext uri="{FF2B5EF4-FFF2-40B4-BE49-F238E27FC236}">
                  <a16:creationId xmlns:a16="http://schemas.microsoft.com/office/drawing/2014/main" id="{3427A7E1-71C9-42CC-9CAF-53642DC4D0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9" name="Freeform: Shape 308">
              <a:extLst>
                <a:ext uri="{FF2B5EF4-FFF2-40B4-BE49-F238E27FC236}">
                  <a16:creationId xmlns:a16="http://schemas.microsoft.com/office/drawing/2014/main" id="{20BF60C4-2E5D-473E-96B6-D22BB8536F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0" name="Freeform: Shape 309">
              <a:extLst>
                <a:ext uri="{FF2B5EF4-FFF2-40B4-BE49-F238E27FC236}">
                  <a16:creationId xmlns:a16="http://schemas.microsoft.com/office/drawing/2014/main" id="{C4703732-1088-4448-ACC0-D8BD901B2C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1" name="Freeform: Shape 310">
              <a:extLst>
                <a:ext uri="{FF2B5EF4-FFF2-40B4-BE49-F238E27FC236}">
                  <a16:creationId xmlns:a16="http://schemas.microsoft.com/office/drawing/2014/main" id="{6777D706-23BF-4962-98D3-D5AE7DF4EC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9" y="371816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2" name="Freeform: Shape 311">
              <a:extLst>
                <a:ext uri="{FF2B5EF4-FFF2-40B4-BE49-F238E27FC236}">
                  <a16:creationId xmlns:a16="http://schemas.microsoft.com/office/drawing/2014/main" id="{783FF777-4C59-44D0-9441-2B40E0A70E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3" name="Freeform: Shape 312">
              <a:extLst>
                <a:ext uri="{FF2B5EF4-FFF2-40B4-BE49-F238E27FC236}">
                  <a16:creationId xmlns:a16="http://schemas.microsoft.com/office/drawing/2014/main" id="{2037F33C-65F4-44B6-9CB2-D32D1552C6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4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4" name="Freeform: Shape 313">
              <a:extLst>
                <a:ext uri="{FF2B5EF4-FFF2-40B4-BE49-F238E27FC236}">
                  <a16:creationId xmlns:a16="http://schemas.microsoft.com/office/drawing/2014/main" id="{E73BA403-F3FD-4D76-A516-5698375D64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5" name="Freeform: Shape 314">
              <a:extLst>
                <a:ext uri="{FF2B5EF4-FFF2-40B4-BE49-F238E27FC236}">
                  <a16:creationId xmlns:a16="http://schemas.microsoft.com/office/drawing/2014/main" id="{0AF0D29B-415A-4327-A4B4-B5DC8F0AC0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6" name="Freeform: Shape 315">
              <a:extLst>
                <a:ext uri="{FF2B5EF4-FFF2-40B4-BE49-F238E27FC236}">
                  <a16:creationId xmlns:a16="http://schemas.microsoft.com/office/drawing/2014/main" id="{374A9388-F55E-4F94-817D-5BFF0B59E7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7" name="Freeform: Shape 316">
              <a:extLst>
                <a:ext uri="{FF2B5EF4-FFF2-40B4-BE49-F238E27FC236}">
                  <a16:creationId xmlns:a16="http://schemas.microsoft.com/office/drawing/2014/main" id="{30C52183-F223-4E0A-B713-C91589CEB8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5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8" name="Freeform: Shape 317">
              <a:extLst>
                <a:ext uri="{FF2B5EF4-FFF2-40B4-BE49-F238E27FC236}">
                  <a16:creationId xmlns:a16="http://schemas.microsoft.com/office/drawing/2014/main" id="{A6BEE030-DC6B-4CB1-A01B-95CC825525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40" y="377741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9" name="Freeform: Shape 318">
              <a:extLst>
                <a:ext uri="{FF2B5EF4-FFF2-40B4-BE49-F238E27FC236}">
                  <a16:creationId xmlns:a16="http://schemas.microsoft.com/office/drawing/2014/main" id="{2D41CF67-37BB-443C-85CF-2A05174FD4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5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0" name="Freeform: Shape 319">
              <a:extLst>
                <a:ext uri="{FF2B5EF4-FFF2-40B4-BE49-F238E27FC236}">
                  <a16:creationId xmlns:a16="http://schemas.microsoft.com/office/drawing/2014/main" id="{65A449CF-396F-45B8-B268-6824A4E89B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6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1" name="Freeform: Shape 320">
              <a:extLst>
                <a:ext uri="{FF2B5EF4-FFF2-40B4-BE49-F238E27FC236}">
                  <a16:creationId xmlns:a16="http://schemas.microsoft.com/office/drawing/2014/main" id="{9C20A7EF-7013-4D6C-ADD8-868A931DF2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83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2" name="Freeform: Shape 321">
              <a:extLst>
                <a:ext uri="{FF2B5EF4-FFF2-40B4-BE49-F238E27FC236}">
                  <a16:creationId xmlns:a16="http://schemas.microsoft.com/office/drawing/2014/main" id="{F787692C-3BA9-4D4D-82F8-E497797AAE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35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3" name="Freeform: Shape 322">
              <a:extLst>
                <a:ext uri="{FF2B5EF4-FFF2-40B4-BE49-F238E27FC236}">
                  <a16:creationId xmlns:a16="http://schemas.microsoft.com/office/drawing/2014/main" id="{A6D539D6-A55E-40F5-83AC-A773405241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82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4" name="Freeform: Shape 323">
              <a:extLst>
                <a:ext uri="{FF2B5EF4-FFF2-40B4-BE49-F238E27FC236}">
                  <a16:creationId xmlns:a16="http://schemas.microsoft.com/office/drawing/2014/main" id="{D4D7922F-CA55-4202-B99F-ED303E7044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31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5" name="Freeform: Shape 324">
              <a:extLst>
                <a:ext uri="{FF2B5EF4-FFF2-40B4-BE49-F238E27FC236}">
                  <a16:creationId xmlns:a16="http://schemas.microsoft.com/office/drawing/2014/main" id="{4120C846-A602-4B6C-9C07-11D2B0F8A4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481374"/>
              <a:ext cx="14097" cy="14096"/>
            </a:xfrm>
            <a:custGeom>
              <a:avLst/>
              <a:gdLst>
                <a:gd name="connsiteX0" fmla="*/ 14097 w 14097"/>
                <a:gd name="connsiteY0" fmla="*/ 7049 h 14096"/>
                <a:gd name="connsiteX1" fmla="*/ 7049 w 14097"/>
                <a:gd name="connsiteY1" fmla="*/ 14097 h 14096"/>
                <a:gd name="connsiteX2" fmla="*/ 0 w 14097"/>
                <a:gd name="connsiteY2" fmla="*/ 7049 h 14096"/>
                <a:gd name="connsiteX3" fmla="*/ 7049 w 14097"/>
                <a:gd name="connsiteY3" fmla="*/ 0 h 14096"/>
                <a:gd name="connsiteX4" fmla="*/ 14097 w 14097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6" name="Freeform: Shape 325">
              <a:extLst>
                <a:ext uri="{FF2B5EF4-FFF2-40B4-BE49-F238E27FC236}">
                  <a16:creationId xmlns:a16="http://schemas.microsoft.com/office/drawing/2014/main" id="{84B5D527-4684-45F5-84CE-73642492DB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7" name="Freeform: Shape 326">
              <a:extLst>
                <a:ext uri="{FF2B5EF4-FFF2-40B4-BE49-F238E27FC236}">
                  <a16:creationId xmlns:a16="http://schemas.microsoft.com/office/drawing/2014/main" id="{FF31CF21-8169-4D45-A115-9CF8D37189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9 w 14096"/>
                <a:gd name="connsiteY1" fmla="*/ 14097 h 14096"/>
                <a:gd name="connsiteX2" fmla="*/ 0 w 14096"/>
                <a:gd name="connsiteY2" fmla="*/ 7049 h 14096"/>
                <a:gd name="connsiteX3" fmla="*/ 7049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8" name="Freeform: Shape 327">
              <a:extLst>
                <a:ext uri="{FF2B5EF4-FFF2-40B4-BE49-F238E27FC236}">
                  <a16:creationId xmlns:a16="http://schemas.microsoft.com/office/drawing/2014/main" id="{DA8762B9-9CD8-4676-93F5-6C9358A940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9" name="Freeform: Shape 328">
              <a:extLst>
                <a:ext uri="{FF2B5EF4-FFF2-40B4-BE49-F238E27FC236}">
                  <a16:creationId xmlns:a16="http://schemas.microsoft.com/office/drawing/2014/main" id="{A183E80A-70D1-4F52-A92D-D396648CCB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0" name="Freeform: Shape 329">
              <a:extLst>
                <a:ext uri="{FF2B5EF4-FFF2-40B4-BE49-F238E27FC236}">
                  <a16:creationId xmlns:a16="http://schemas.microsoft.com/office/drawing/2014/main" id="{83FBB0F7-E17E-4890-9B66-3625BA1468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48137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1" name="Freeform: Shape 330">
              <a:extLst>
                <a:ext uri="{FF2B5EF4-FFF2-40B4-BE49-F238E27FC236}">
                  <a16:creationId xmlns:a16="http://schemas.microsoft.com/office/drawing/2014/main" id="{708E7BF1-2D4D-44AB-A5CC-0ED91B8462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4062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2" name="Freeform: Shape 331">
              <a:extLst>
                <a:ext uri="{FF2B5EF4-FFF2-40B4-BE49-F238E27FC236}">
                  <a16:creationId xmlns:a16="http://schemas.microsoft.com/office/drawing/2014/main" id="{4B468C4E-6F63-4172-AE1F-8965744DBC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4062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3" name="Freeform: Shape 332">
              <a:extLst>
                <a:ext uri="{FF2B5EF4-FFF2-40B4-BE49-F238E27FC236}">
                  <a16:creationId xmlns:a16="http://schemas.microsoft.com/office/drawing/2014/main" id="{974C7149-F567-4D55-8F48-511DCF3A81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406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4" name="Freeform: Shape 333">
              <a:extLst>
                <a:ext uri="{FF2B5EF4-FFF2-40B4-BE49-F238E27FC236}">
                  <a16:creationId xmlns:a16="http://schemas.microsoft.com/office/drawing/2014/main" id="{54A551FA-7E10-4D28-9A10-B9A06C0780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4062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5" name="Freeform: Shape 334">
              <a:extLst>
                <a:ext uri="{FF2B5EF4-FFF2-40B4-BE49-F238E27FC236}">
                  <a16:creationId xmlns:a16="http://schemas.microsoft.com/office/drawing/2014/main" id="{1D04F3C0-CE2C-4B8D-A5BD-0E994FD8D9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406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6" name="Freeform: Shape 335">
              <a:extLst>
                <a:ext uri="{FF2B5EF4-FFF2-40B4-BE49-F238E27FC236}">
                  <a16:creationId xmlns:a16="http://schemas.microsoft.com/office/drawing/2014/main" id="{D2EA9230-DD52-48A9-B268-56744EA506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40631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7" name="Freeform: Shape 336">
              <a:extLst>
                <a:ext uri="{FF2B5EF4-FFF2-40B4-BE49-F238E27FC236}">
                  <a16:creationId xmlns:a16="http://schemas.microsoft.com/office/drawing/2014/main" id="{043A05F5-A8CF-4D01-AF12-95D1ECAE46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997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8" name="Freeform: Shape 337">
              <a:extLst>
                <a:ext uri="{FF2B5EF4-FFF2-40B4-BE49-F238E27FC236}">
                  <a16:creationId xmlns:a16="http://schemas.microsoft.com/office/drawing/2014/main" id="{1F47C6BC-BD1A-4291-B018-05E5A72E4B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9" name="Freeform: Shape 338">
              <a:extLst>
                <a:ext uri="{FF2B5EF4-FFF2-40B4-BE49-F238E27FC236}">
                  <a16:creationId xmlns:a16="http://schemas.microsoft.com/office/drawing/2014/main" id="{E5B89844-FD17-4048-A3F5-35E390C6EF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0" name="Freeform: Shape 339">
              <a:extLst>
                <a:ext uri="{FF2B5EF4-FFF2-40B4-BE49-F238E27FC236}">
                  <a16:creationId xmlns:a16="http://schemas.microsoft.com/office/drawing/2014/main" id="{B5593F34-8B0E-4D34-9781-B594E2F5D7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1" name="Freeform: Shape 340">
              <a:extLst>
                <a:ext uri="{FF2B5EF4-FFF2-40B4-BE49-F238E27FC236}">
                  <a16:creationId xmlns:a16="http://schemas.microsoft.com/office/drawing/2014/main" id="{4428E4BB-2263-4D19-8254-C9B54B8565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9978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2" name="Freeform: Shape 341">
              <a:extLst>
                <a:ext uri="{FF2B5EF4-FFF2-40B4-BE49-F238E27FC236}">
                  <a16:creationId xmlns:a16="http://schemas.microsoft.com/office/drawing/2014/main" id="{2366216E-6EA2-4872-8370-C5EC22520F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9978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3" name="Freeform: Shape 342">
              <a:extLst>
                <a:ext uri="{FF2B5EF4-FFF2-40B4-BE49-F238E27FC236}">
                  <a16:creationId xmlns:a16="http://schemas.microsoft.com/office/drawing/2014/main" id="{D66F8E3F-BF33-4F99-A1F0-EB5885BF2C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65902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4" name="Freeform: Shape 343">
              <a:extLst>
                <a:ext uri="{FF2B5EF4-FFF2-40B4-BE49-F238E27FC236}">
                  <a16:creationId xmlns:a16="http://schemas.microsoft.com/office/drawing/2014/main" id="{EB506747-ED9D-43EA-BD67-DF7971849E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5" name="Freeform: Shape 344">
              <a:extLst>
                <a:ext uri="{FF2B5EF4-FFF2-40B4-BE49-F238E27FC236}">
                  <a16:creationId xmlns:a16="http://schemas.microsoft.com/office/drawing/2014/main" id="{AC803CE8-FFF7-40EA-AF62-102724C324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6" name="Freeform: Shape 345">
              <a:extLst>
                <a:ext uri="{FF2B5EF4-FFF2-40B4-BE49-F238E27FC236}">
                  <a16:creationId xmlns:a16="http://schemas.microsoft.com/office/drawing/2014/main" id="{7EF6FFCA-06CC-4395-AEB0-425719A42D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7" name="Freeform: Shape 346">
              <a:extLst>
                <a:ext uri="{FF2B5EF4-FFF2-40B4-BE49-F238E27FC236}">
                  <a16:creationId xmlns:a16="http://schemas.microsoft.com/office/drawing/2014/main" id="{0D95F285-AAC0-4F32-8665-2677878BD3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8" name="Freeform: Shape 347">
              <a:extLst>
                <a:ext uri="{FF2B5EF4-FFF2-40B4-BE49-F238E27FC236}">
                  <a16:creationId xmlns:a16="http://schemas.microsoft.com/office/drawing/2014/main" id="{8DFCCA2E-BF12-4D26-A5A4-A03387546A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9" name="Freeform: Shape 348">
              <a:extLst>
                <a:ext uri="{FF2B5EF4-FFF2-40B4-BE49-F238E27FC236}">
                  <a16:creationId xmlns:a16="http://schemas.microsoft.com/office/drawing/2014/main" id="{2ABEAC60-6AC3-4D6A-95F9-2E79F6BE00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71817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0" name="Freeform: Shape 349">
              <a:extLst>
                <a:ext uri="{FF2B5EF4-FFF2-40B4-BE49-F238E27FC236}">
                  <a16:creationId xmlns:a16="http://schemas.microsoft.com/office/drawing/2014/main" id="{FA6015B7-49FE-4729-B2F4-585F0F305F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1" name="Freeform: Shape 350">
              <a:extLst>
                <a:ext uri="{FF2B5EF4-FFF2-40B4-BE49-F238E27FC236}">
                  <a16:creationId xmlns:a16="http://schemas.microsoft.com/office/drawing/2014/main" id="{D611DEB1-76FE-4625-9449-88E52D15F4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2" name="Freeform: Shape 351">
              <a:extLst>
                <a:ext uri="{FF2B5EF4-FFF2-40B4-BE49-F238E27FC236}">
                  <a16:creationId xmlns:a16="http://schemas.microsoft.com/office/drawing/2014/main" id="{97F031C1-1AA7-4CA7-ADD3-E0577626E1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3" name="Freeform: Shape 352">
              <a:extLst>
                <a:ext uri="{FF2B5EF4-FFF2-40B4-BE49-F238E27FC236}">
                  <a16:creationId xmlns:a16="http://schemas.microsoft.com/office/drawing/2014/main" id="{96F5D0CB-22E6-4536-8403-F42527F31F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71817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4" name="Freeform: Shape 353">
              <a:extLst>
                <a:ext uri="{FF2B5EF4-FFF2-40B4-BE49-F238E27FC236}">
                  <a16:creationId xmlns:a16="http://schemas.microsoft.com/office/drawing/2014/main" id="{A32718AB-7401-4F66-9C77-E06C3CF7CD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71817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5" name="Freeform: Shape 354">
              <a:extLst>
                <a:ext uri="{FF2B5EF4-FFF2-40B4-BE49-F238E27FC236}">
                  <a16:creationId xmlns:a16="http://schemas.microsoft.com/office/drawing/2014/main" id="{85B6B5F1-D1E4-45A3-8117-348D02D2A3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2" y="3777419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6" name="Freeform: Shape 355">
              <a:extLst>
                <a:ext uri="{FF2B5EF4-FFF2-40B4-BE49-F238E27FC236}">
                  <a16:creationId xmlns:a16="http://schemas.microsoft.com/office/drawing/2014/main" id="{534869FD-184C-42DB-B9DA-293DB67E5E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2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7" name="Freeform: Shape 356">
              <a:extLst>
                <a:ext uri="{FF2B5EF4-FFF2-40B4-BE49-F238E27FC236}">
                  <a16:creationId xmlns:a16="http://schemas.microsoft.com/office/drawing/2014/main" id="{A781504F-CAFD-4201-B288-8B4A809B43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8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8" name="Freeform: Shape 357">
              <a:extLst>
                <a:ext uri="{FF2B5EF4-FFF2-40B4-BE49-F238E27FC236}">
                  <a16:creationId xmlns:a16="http://schemas.microsoft.com/office/drawing/2014/main" id="{D9FC8348-2BA6-4631-8AA7-D63CD898C5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4" y="3777383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9" name="Freeform: Shape 358">
              <a:extLst>
                <a:ext uri="{FF2B5EF4-FFF2-40B4-BE49-F238E27FC236}">
                  <a16:creationId xmlns:a16="http://schemas.microsoft.com/office/drawing/2014/main" id="{C1AF95A2-64EA-45E2-A43B-1EBD569109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7" y="37774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0" name="Freeform: Shape 359">
              <a:extLst>
                <a:ext uri="{FF2B5EF4-FFF2-40B4-BE49-F238E27FC236}">
                  <a16:creationId xmlns:a16="http://schemas.microsoft.com/office/drawing/2014/main" id="{CFC80050-240D-434A-BFCB-DE4DA4FAFB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4" y="37774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595110-6362-FD35-B730-AAF92712BD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77270" y="1130846"/>
            <a:ext cx="4974771" cy="4351338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1800" b="1">
                <a:solidFill>
                  <a:schemeClr val="bg1"/>
                </a:solidFill>
                <a:ea typeface="+mn-lt"/>
                <a:cs typeface="+mn-lt"/>
              </a:rPr>
              <a:t>Main Goal:</a:t>
            </a:r>
            <a:br>
              <a:rPr lang="en-US" sz="1800" b="1">
                <a:solidFill>
                  <a:schemeClr val="bg1"/>
                </a:solidFill>
                <a:ea typeface="+mn-lt"/>
                <a:cs typeface="+mn-lt"/>
              </a:rPr>
            </a:br>
            <a:r>
              <a:rPr lang="en-US" sz="1800" b="1">
                <a:solidFill>
                  <a:schemeClr val="bg1"/>
                </a:solidFill>
                <a:ea typeface="+mn-lt"/>
                <a:cs typeface="+mn-lt"/>
              </a:rPr>
              <a:t> To design and host a simple, user-friendly website for </a:t>
            </a:r>
            <a:r>
              <a:rPr lang="en-US" sz="1800" i="1">
                <a:solidFill>
                  <a:schemeClr val="bg1"/>
                </a:solidFill>
                <a:ea typeface="+mn-lt"/>
                <a:cs typeface="+mn-lt"/>
              </a:rPr>
              <a:t>Taste of Africa</a:t>
            </a:r>
            <a:r>
              <a:rPr lang="en-US" sz="1800">
                <a:solidFill>
                  <a:schemeClr val="bg1"/>
                </a:solidFill>
                <a:ea typeface="+mn-lt"/>
                <a:cs typeface="+mn-lt"/>
              </a:rPr>
              <a:t> using </a:t>
            </a:r>
            <a:r>
              <a:rPr lang="en-US" sz="1800" b="1">
                <a:solidFill>
                  <a:schemeClr val="bg1"/>
                </a:solidFill>
                <a:ea typeface="+mn-lt"/>
                <a:cs typeface="+mn-lt"/>
              </a:rPr>
              <a:t>Amazon S3</a:t>
            </a:r>
            <a:r>
              <a:rPr lang="en-US" sz="1800">
                <a:solidFill>
                  <a:schemeClr val="bg1"/>
                </a:solidFill>
                <a:ea typeface="+mn-lt"/>
                <a:cs typeface="+mn-lt"/>
              </a:rPr>
              <a:t>.</a:t>
            </a:r>
            <a:endParaRPr lang="en-US" sz="1800">
              <a:solidFill>
                <a:schemeClr val="bg1"/>
              </a:solidFill>
            </a:endParaRPr>
          </a:p>
          <a:p>
            <a:r>
              <a:rPr lang="en-US" sz="1800" b="1">
                <a:solidFill>
                  <a:schemeClr val="bg1"/>
                </a:solidFill>
                <a:ea typeface="+mn-lt"/>
                <a:cs typeface="+mn-lt"/>
              </a:rPr>
              <a:t>Objectives:</a:t>
            </a:r>
            <a:endParaRPr lang="en-US" sz="1800">
              <a:solidFill>
                <a:schemeClr val="bg1"/>
              </a:solidFill>
            </a:endParaRPr>
          </a:p>
          <a:p>
            <a:r>
              <a:rPr lang="en-US" sz="1800">
                <a:solidFill>
                  <a:schemeClr val="bg1"/>
                </a:solidFill>
                <a:ea typeface="+mn-lt"/>
                <a:cs typeface="+mn-lt"/>
              </a:rPr>
              <a:t>Replace the manual paper system with an online booking and ordering platform.</a:t>
            </a:r>
            <a:endParaRPr lang="en-US" sz="1800">
              <a:solidFill>
                <a:schemeClr val="bg1"/>
              </a:solidFill>
            </a:endParaRPr>
          </a:p>
          <a:p>
            <a:r>
              <a:rPr lang="en-US" sz="1800">
                <a:solidFill>
                  <a:schemeClr val="bg1"/>
                </a:solidFill>
                <a:ea typeface="+mn-lt"/>
                <a:cs typeface="+mn-lt"/>
              </a:rPr>
              <a:t>Reduce order mix-ups and double bookings through digital tracking.</a:t>
            </a:r>
            <a:endParaRPr lang="en-US" sz="1800">
              <a:solidFill>
                <a:schemeClr val="bg1"/>
              </a:solidFill>
            </a:endParaRPr>
          </a:p>
          <a:p>
            <a:r>
              <a:rPr lang="en-US" sz="1800">
                <a:solidFill>
                  <a:schemeClr val="bg1"/>
                </a:solidFill>
                <a:ea typeface="+mn-lt"/>
                <a:cs typeface="+mn-lt"/>
              </a:rPr>
              <a:t>Improve efficiency and customer experience using cloud technology.</a:t>
            </a:r>
            <a:endParaRPr lang="en-US" sz="1800">
              <a:solidFill>
                <a:schemeClr val="bg1"/>
              </a:solidFill>
            </a:endParaRPr>
          </a:p>
          <a:p>
            <a:r>
              <a:rPr lang="en-US" sz="1800">
                <a:solidFill>
                  <a:schemeClr val="bg1"/>
                </a:solidFill>
                <a:ea typeface="+mn-lt"/>
                <a:cs typeface="+mn-lt"/>
              </a:rPr>
              <a:t>Demonstrate how AWS can provide a low-cost, scalable solution for small businesses.</a:t>
            </a:r>
            <a:endParaRPr lang="en-US" sz="1800">
              <a:solidFill>
                <a:schemeClr val="bg1"/>
              </a:solidFill>
            </a:endParaRPr>
          </a:p>
          <a:p>
            <a:endParaRPr lang="en-US" sz="18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39374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F89BE56-32F6-0617-2EF4-CE056A5D89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0" y="762001"/>
            <a:ext cx="5334197" cy="1708242"/>
          </a:xfrm>
        </p:spPr>
        <p:txBody>
          <a:bodyPr anchor="ctr">
            <a:normAutofit/>
          </a:bodyPr>
          <a:lstStyle/>
          <a:p>
            <a:r>
              <a:rPr lang="en-US" sz="4000">
                <a:ea typeface="+mj-lt"/>
                <a:cs typeface="+mj-lt"/>
              </a:rPr>
              <a:t>Website Features</a:t>
            </a:r>
            <a:endParaRPr lang="en-US" sz="40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4D7DC0-1338-FBF1-DFE9-7B69CFCB46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0" y="2470244"/>
            <a:ext cx="5334197" cy="376983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1400" b="1">
                <a:ea typeface="+mn-lt"/>
                <a:cs typeface="+mn-lt"/>
              </a:rPr>
              <a:t>Home Page:</a:t>
            </a:r>
            <a:br>
              <a:rPr lang="en-US" sz="1400" b="1">
                <a:ea typeface="+mn-lt"/>
                <a:cs typeface="+mn-lt"/>
              </a:rPr>
            </a:br>
            <a:r>
              <a:rPr lang="en-US" sz="1400" b="1">
                <a:ea typeface="+mn-lt"/>
                <a:cs typeface="+mn-lt"/>
              </a:rPr>
              <a:t> Introduces </a:t>
            </a:r>
            <a:r>
              <a:rPr lang="en-US" sz="1400" i="1">
                <a:ea typeface="+mn-lt"/>
                <a:cs typeface="+mn-lt"/>
              </a:rPr>
              <a:t>Taste of Africa</a:t>
            </a:r>
            <a:r>
              <a:rPr lang="en-US" sz="1400">
                <a:ea typeface="+mn-lt"/>
                <a:cs typeface="+mn-lt"/>
              </a:rPr>
              <a:t> with a short description, slogan, and welcoming images.</a:t>
            </a:r>
            <a:endParaRPr lang="en-US" sz="1400"/>
          </a:p>
          <a:p>
            <a:r>
              <a:rPr lang="en-US" sz="1400" b="1">
                <a:ea typeface="+mn-lt"/>
                <a:cs typeface="+mn-lt"/>
              </a:rPr>
              <a:t>Menu Page:</a:t>
            </a:r>
            <a:br>
              <a:rPr lang="en-US" sz="1400" b="1">
                <a:ea typeface="+mn-lt"/>
                <a:cs typeface="+mn-lt"/>
              </a:rPr>
            </a:br>
            <a:r>
              <a:rPr lang="en-US" sz="1400" b="1">
                <a:ea typeface="+mn-lt"/>
                <a:cs typeface="+mn-lt"/>
              </a:rPr>
              <a:t> Displays dishes, prices, and meal photos so customers can easily browse.</a:t>
            </a:r>
            <a:endParaRPr lang="en-US" sz="1400"/>
          </a:p>
          <a:p>
            <a:r>
              <a:rPr lang="en-US" sz="1400" b="1">
                <a:ea typeface="+mn-lt"/>
                <a:cs typeface="+mn-lt"/>
              </a:rPr>
              <a:t>Booking Page:</a:t>
            </a:r>
            <a:br>
              <a:rPr lang="en-US" sz="1400" b="1">
                <a:ea typeface="+mn-lt"/>
                <a:cs typeface="+mn-lt"/>
              </a:rPr>
            </a:br>
            <a:r>
              <a:rPr lang="en-US" sz="1400" b="1">
                <a:ea typeface="+mn-lt"/>
                <a:cs typeface="+mn-lt"/>
              </a:rPr>
              <a:t> Includes a simple online form for customers to make table reservations.</a:t>
            </a:r>
            <a:endParaRPr lang="en-US" sz="1400"/>
          </a:p>
          <a:p>
            <a:r>
              <a:rPr lang="en-US" sz="1400" b="1">
                <a:ea typeface="+mn-lt"/>
                <a:cs typeface="+mn-lt"/>
              </a:rPr>
              <a:t>Contact Page:</a:t>
            </a:r>
            <a:br>
              <a:rPr lang="en-US" sz="1400" b="1">
                <a:ea typeface="+mn-lt"/>
                <a:cs typeface="+mn-lt"/>
              </a:rPr>
            </a:br>
            <a:r>
              <a:rPr lang="en-US" sz="1400" b="1">
                <a:ea typeface="+mn-lt"/>
                <a:cs typeface="+mn-lt"/>
              </a:rPr>
              <a:t> Shows contact details, location, and a message box for inquiries.</a:t>
            </a:r>
            <a:endParaRPr lang="en-US" sz="1400"/>
          </a:p>
          <a:p>
            <a:r>
              <a:rPr lang="en-US" sz="1400" b="1">
                <a:ea typeface="+mn-lt"/>
                <a:cs typeface="+mn-lt"/>
              </a:rPr>
              <a:t>Design Style:</a:t>
            </a:r>
            <a:br>
              <a:rPr lang="en-US" sz="1400" b="1">
                <a:ea typeface="+mn-lt"/>
                <a:cs typeface="+mn-lt"/>
              </a:rPr>
            </a:br>
            <a:r>
              <a:rPr lang="en-US" sz="1400" b="1">
                <a:ea typeface="+mn-lt"/>
                <a:cs typeface="+mn-lt"/>
              </a:rPr>
              <a:t> Uses African-inspired colors brown, gold, and white for a warm and modern feel.</a:t>
            </a:r>
            <a:endParaRPr lang="en-US" sz="1400"/>
          </a:p>
          <a:p>
            <a:endParaRPr lang="en-US" sz="1400"/>
          </a:p>
        </p:txBody>
      </p:sp>
      <p:pic>
        <p:nvPicPr>
          <p:cNvPr id="5" name="Picture 4" descr="Variety of fresh salads">
            <a:extLst>
              <a:ext uri="{FF2B5EF4-FFF2-40B4-BE49-F238E27FC236}">
                <a16:creationId xmlns:a16="http://schemas.microsoft.com/office/drawing/2014/main" id="{343502C2-8D5D-99FB-0590-F8B5E9FDF21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588" r="27651" b="-3"/>
          <a:stretch>
            <a:fillRect/>
          </a:stretch>
        </p:blipFill>
        <p:spPr>
          <a:xfrm>
            <a:off x="6857797" y="-10886"/>
            <a:ext cx="5334204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1239828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DD1B17-CA63-8220-1E25-2274681075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en-US" sz="4000">
                <a:ea typeface="+mj-lt"/>
                <a:cs typeface="+mj-lt"/>
              </a:rPr>
              <a:t>AWS Services Used</a:t>
            </a:r>
            <a:endParaRPr lang="en-US" sz="40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9D676D-613E-F967-D7E0-5FDA507315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2" y="2743200"/>
            <a:ext cx="4646905" cy="361314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1700" b="1">
                <a:ea typeface="+mn-lt"/>
                <a:cs typeface="+mn-lt"/>
              </a:rPr>
              <a:t>Amazon S3 (Simple Storage Service):</a:t>
            </a:r>
            <a:br>
              <a:rPr lang="en-US" sz="1700" b="1">
                <a:ea typeface="+mn-lt"/>
                <a:cs typeface="+mn-lt"/>
              </a:rPr>
            </a:br>
            <a:r>
              <a:rPr lang="en-US" sz="1700" b="1">
                <a:ea typeface="+mn-lt"/>
                <a:cs typeface="+mn-lt"/>
              </a:rPr>
              <a:t> Used to host our static website and store images, CSS, and HTML files.</a:t>
            </a:r>
            <a:br>
              <a:rPr lang="en-US" sz="1700" b="1">
                <a:ea typeface="+mn-lt"/>
                <a:cs typeface="+mn-lt"/>
              </a:rPr>
            </a:br>
            <a:r>
              <a:rPr lang="en-US" sz="1700" b="1">
                <a:ea typeface="+mn-lt"/>
                <a:cs typeface="+mn-lt"/>
              </a:rPr>
              <a:t> It makes the site accessible to customers anytime, without a traditional server.</a:t>
            </a:r>
            <a:endParaRPr lang="en-US" sz="1700"/>
          </a:p>
          <a:p>
            <a:r>
              <a:rPr lang="en-US" sz="1700" b="1">
                <a:ea typeface="+mn-lt"/>
                <a:cs typeface="+mn-lt"/>
              </a:rPr>
              <a:t>IAM (Identity and Access Management):</a:t>
            </a:r>
            <a:br>
              <a:rPr lang="en-US" sz="1700" b="1">
                <a:ea typeface="+mn-lt"/>
                <a:cs typeface="+mn-lt"/>
              </a:rPr>
            </a:br>
            <a:r>
              <a:rPr lang="en-US" sz="1700" b="1">
                <a:ea typeface="+mn-lt"/>
                <a:cs typeface="+mn-lt"/>
              </a:rPr>
              <a:t> Used to create and manage user permissions safely.</a:t>
            </a:r>
            <a:br>
              <a:rPr lang="en-US" sz="1700" b="1">
                <a:ea typeface="+mn-lt"/>
                <a:cs typeface="+mn-lt"/>
              </a:rPr>
            </a:br>
            <a:r>
              <a:rPr lang="en-US" sz="1700" b="1">
                <a:ea typeface="+mn-lt"/>
                <a:cs typeface="+mn-lt"/>
              </a:rPr>
              <a:t> Helps ensure only authorized users can edit or upload website files.</a:t>
            </a:r>
            <a:endParaRPr lang="en-US" sz="1700"/>
          </a:p>
          <a:p>
            <a:r>
              <a:rPr lang="en-US" sz="1700" b="1">
                <a:ea typeface="+mn-lt"/>
                <a:cs typeface="+mn-lt"/>
              </a:rPr>
              <a:t>CloudWatch:</a:t>
            </a:r>
            <a:br>
              <a:rPr lang="en-US" sz="1700" b="1">
                <a:ea typeface="+mn-lt"/>
                <a:cs typeface="+mn-lt"/>
              </a:rPr>
            </a:br>
            <a:r>
              <a:rPr lang="en-US" sz="1700" b="1">
                <a:ea typeface="+mn-lt"/>
                <a:cs typeface="+mn-lt"/>
              </a:rPr>
              <a:t> Used to monitor website availability and performance for future improvements.</a:t>
            </a:r>
            <a:endParaRPr lang="en-US" sz="1700"/>
          </a:p>
          <a:p>
            <a:endParaRPr lang="en-US" sz="1700"/>
          </a:p>
        </p:txBody>
      </p:sp>
      <p:pic>
        <p:nvPicPr>
          <p:cNvPr id="5" name="Picture 4" descr="Illuminated server room panel">
            <a:extLst>
              <a:ext uri="{FF2B5EF4-FFF2-40B4-BE49-F238E27FC236}">
                <a16:creationId xmlns:a16="http://schemas.microsoft.com/office/drawing/2014/main" id="{A4C5D1ED-7A3B-62B7-8D64-EA87EA5A17C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211" r="29476" b="-3"/>
          <a:stretch>
            <a:fillRect/>
          </a:stretch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70116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61CE5D-321F-7C91-C295-5238F4D0C0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Benefits of AWS</a:t>
            </a:r>
            <a:endParaRPr lang="en-US"/>
          </a:p>
        </p:txBody>
      </p:sp>
      <p:graphicFrame>
        <p:nvGraphicFramePr>
          <p:cNvPr id="8" name="Content Placeholder 2">
            <a:extLst>
              <a:ext uri="{FF2B5EF4-FFF2-40B4-BE49-F238E27FC236}">
                <a16:creationId xmlns:a16="http://schemas.microsoft.com/office/drawing/2014/main" id="{21512C6B-F0B3-7620-59CD-52E8174524BD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580159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6753252F-4873-4F63-801D-CC719279A7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47C8CCB-F95D-4249-92DD-651249D353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2237D9-C701-88AF-6F17-AC43142368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Cost Comparison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0F781884-899C-1DD8-C963-EF97B303D00A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038600" y="1158385"/>
          <a:ext cx="7188201" cy="4537844"/>
        </p:xfrm>
        <a:graphic>
          <a:graphicData uri="http://schemas.openxmlformats.org/drawingml/2006/table">
            <a:tbl>
              <a:tblPr bandRow="1">
                <a:noFill/>
                <a:tableStyleId>{5C22544A-7EE6-4342-B048-85BDC9FD1C3A}</a:tableStyleId>
              </a:tblPr>
              <a:tblGrid>
                <a:gridCol w="2205098">
                  <a:extLst>
                    <a:ext uri="{9D8B030D-6E8A-4147-A177-3AD203B41FA5}">
                      <a16:colId xmlns:a16="http://schemas.microsoft.com/office/drawing/2014/main" val="3961527321"/>
                    </a:ext>
                  </a:extLst>
                </a:gridCol>
                <a:gridCol w="2533451">
                  <a:extLst>
                    <a:ext uri="{9D8B030D-6E8A-4147-A177-3AD203B41FA5}">
                      <a16:colId xmlns:a16="http://schemas.microsoft.com/office/drawing/2014/main" val="4213507059"/>
                    </a:ext>
                  </a:extLst>
                </a:gridCol>
                <a:gridCol w="2449652">
                  <a:extLst>
                    <a:ext uri="{9D8B030D-6E8A-4147-A177-3AD203B41FA5}">
                      <a16:colId xmlns:a16="http://schemas.microsoft.com/office/drawing/2014/main" val="1726302886"/>
                    </a:ext>
                  </a:extLst>
                </a:gridCol>
              </a:tblGrid>
              <a:tr h="7125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 cap="none" spc="0">
                          <a:solidFill>
                            <a:schemeClr val="tx1"/>
                          </a:solidFill>
                        </a:rPr>
                        <a:t>Feature / Expense</a:t>
                      </a:r>
                      <a:endParaRPr lang="en-US" sz="1700" cap="none" spc="0">
                        <a:solidFill>
                          <a:schemeClr val="tx1"/>
                        </a:solidFill>
                      </a:endParaRPr>
                    </a:p>
                  </a:txBody>
                  <a:tcPr marL="98506" marR="98506" marT="49253" marB="98506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 cap="none" spc="0">
                          <a:solidFill>
                            <a:schemeClr val="tx1"/>
                          </a:solidFill>
                        </a:rPr>
                        <a:t>Manual System (Old Way)</a:t>
                      </a:r>
                      <a:endParaRPr lang="en-US" sz="1700" cap="none" spc="0">
                        <a:solidFill>
                          <a:schemeClr val="tx1"/>
                        </a:solidFill>
                      </a:endParaRPr>
                    </a:p>
                  </a:txBody>
                  <a:tcPr marL="98506" marR="98506" marT="49253" marB="9850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 cap="none" spc="0">
                          <a:solidFill>
                            <a:schemeClr val="tx1"/>
                          </a:solidFill>
                        </a:rPr>
                        <a:t>AWS Cloud (New Way)</a:t>
                      </a:r>
                      <a:endParaRPr lang="en-US" sz="1700" cap="none" spc="0">
                        <a:solidFill>
                          <a:schemeClr val="tx1"/>
                        </a:solidFill>
                      </a:endParaRPr>
                    </a:p>
                  </a:txBody>
                  <a:tcPr marL="98506" marR="98506" marT="49253" marB="9850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0241013"/>
                  </a:ext>
                </a:extLst>
              </a:tr>
              <a:tr h="9752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cap="none" spc="0">
                          <a:solidFill>
                            <a:schemeClr val="tx1"/>
                          </a:solidFill>
                        </a:rPr>
                        <a:t>System Setup</a:t>
                      </a:r>
                    </a:p>
                  </a:txBody>
                  <a:tcPr marL="98506" marR="98506" marT="49253" marB="9850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cap="none" spc="0">
                          <a:solidFill>
                            <a:schemeClr val="tx1"/>
                          </a:solidFill>
                        </a:rPr>
                        <a:t>Requires computers, paper records, and software</a:t>
                      </a:r>
                    </a:p>
                  </a:txBody>
                  <a:tcPr marL="98506" marR="98506" marT="49253" marB="9850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cap="none" spc="0">
                          <a:solidFill>
                            <a:schemeClr val="tx1"/>
                          </a:solidFill>
                        </a:rPr>
                        <a:t>Free to host using AWS S3 Free Tier</a:t>
                      </a:r>
                    </a:p>
                  </a:txBody>
                  <a:tcPr marL="98506" marR="98506" marT="49253" marB="9850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9890289"/>
                  </a:ext>
                </a:extLst>
              </a:tr>
              <a:tr h="7125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cap="none" spc="0">
                          <a:solidFill>
                            <a:schemeClr val="tx1"/>
                          </a:solidFill>
                        </a:rPr>
                        <a:t>Maintenance</a:t>
                      </a:r>
                    </a:p>
                  </a:txBody>
                  <a:tcPr marL="98506" marR="98506" marT="49253" marB="98506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cap="none" spc="0">
                          <a:solidFill>
                            <a:schemeClr val="tx1"/>
                          </a:solidFill>
                        </a:rPr>
                        <a:t>Needs IT support and upgrades</a:t>
                      </a:r>
                    </a:p>
                  </a:txBody>
                  <a:tcPr marL="98506" marR="98506" marT="49253" marB="9850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cap="none" spc="0">
                          <a:solidFill>
                            <a:schemeClr val="tx1"/>
                          </a:solidFill>
                        </a:rPr>
                        <a:t>No maintenance required</a:t>
                      </a:r>
                    </a:p>
                  </a:txBody>
                  <a:tcPr marL="98506" marR="98506" marT="49253" marB="9850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6529128"/>
                  </a:ext>
                </a:extLst>
              </a:tr>
              <a:tr h="7125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cap="none" spc="0">
                          <a:solidFill>
                            <a:schemeClr val="tx1"/>
                          </a:solidFill>
                        </a:rPr>
                        <a:t>Data Storage</a:t>
                      </a:r>
                    </a:p>
                  </a:txBody>
                  <a:tcPr marL="98506" marR="98506" marT="49253" marB="9850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cap="none" spc="0">
                          <a:solidFill>
                            <a:schemeClr val="tx1"/>
                          </a:solidFill>
                        </a:rPr>
                        <a:t>Kept in files or on local computers</a:t>
                      </a:r>
                    </a:p>
                  </a:txBody>
                  <a:tcPr marL="98506" marR="98506" marT="49253" marB="9850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cap="none" spc="0">
                          <a:solidFill>
                            <a:schemeClr val="tx1"/>
                          </a:solidFill>
                        </a:rPr>
                        <a:t>Stored securely in the cloud</a:t>
                      </a:r>
                    </a:p>
                  </a:txBody>
                  <a:tcPr marL="98506" marR="98506" marT="49253" marB="9850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6808578"/>
                  </a:ext>
                </a:extLst>
              </a:tr>
              <a:tr h="7125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cap="none" spc="0">
                          <a:solidFill>
                            <a:schemeClr val="tx1"/>
                          </a:solidFill>
                        </a:rPr>
                        <a:t>Accessibility</a:t>
                      </a:r>
                    </a:p>
                  </a:txBody>
                  <a:tcPr marL="98506" marR="98506" marT="49253" marB="98506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cap="none" spc="0">
                          <a:solidFill>
                            <a:schemeClr val="tx1"/>
                          </a:solidFill>
                        </a:rPr>
                        <a:t>Only in-store</a:t>
                      </a:r>
                    </a:p>
                  </a:txBody>
                  <a:tcPr marL="98506" marR="98506" marT="49253" marB="9850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cap="none" spc="0">
                          <a:solidFill>
                            <a:schemeClr val="tx1"/>
                          </a:solidFill>
                        </a:rPr>
                        <a:t>Accessible online anytime</a:t>
                      </a:r>
                    </a:p>
                  </a:txBody>
                  <a:tcPr marL="98506" marR="98506" marT="49253" marB="9850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4312335"/>
                  </a:ext>
                </a:extLst>
              </a:tr>
              <a:tr h="7125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cap="none" spc="0">
                          <a:solidFill>
                            <a:schemeClr val="tx1"/>
                          </a:solidFill>
                        </a:rPr>
                        <a:t>Cost</a:t>
                      </a:r>
                    </a:p>
                  </a:txBody>
                  <a:tcPr marL="98506" marR="98506" marT="49253" marB="9850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cap="none" spc="0">
                          <a:solidFill>
                            <a:schemeClr val="tx1"/>
                          </a:solidFill>
                        </a:rPr>
                        <a:t>High and ongoing</a:t>
                      </a:r>
                    </a:p>
                  </a:txBody>
                  <a:tcPr marL="98506" marR="98506" marT="49253" marB="9850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cap="none" spc="0">
                          <a:solidFill>
                            <a:schemeClr val="tx1"/>
                          </a:solidFill>
                        </a:rPr>
                        <a:t>Very low and pay-as-you-go</a:t>
                      </a:r>
                    </a:p>
                  </a:txBody>
                  <a:tcPr marL="98506" marR="98506" marT="49253" marB="9850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61789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973828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9C6356-BFC1-BF3D-3984-416FDD23FE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4000" b="1">
                <a:solidFill>
                  <a:srgbClr val="FFFFFF"/>
                </a:solidFill>
              </a:rPr>
              <a:t>Team Learning</a:t>
            </a:r>
            <a:endParaRPr lang="en-US" sz="400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1269D64-31C6-CE50-695A-728744C0DDD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75547441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731858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8DE329-B3E3-7098-A2AC-3D6763753D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  <a:ea typeface="+mj-lt"/>
                <a:cs typeface="+mj-lt"/>
              </a:rPr>
              <a:t>Conclusion</a:t>
            </a:r>
            <a:endParaRPr lang="en-US" sz="4000">
              <a:solidFill>
                <a:srgbClr val="FFFFFF"/>
              </a:solidFill>
            </a:endParaRPr>
          </a:p>
        </p:txBody>
      </p:sp>
      <p:graphicFrame>
        <p:nvGraphicFramePr>
          <p:cNvPr id="12" name="Content Placeholder 2">
            <a:extLst>
              <a:ext uri="{FF2B5EF4-FFF2-40B4-BE49-F238E27FC236}">
                <a16:creationId xmlns:a16="http://schemas.microsoft.com/office/drawing/2014/main" id="{15249FEA-D20A-8B87-C04D-F2049F58EA2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14838736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567669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10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Building a Static Website for a Restaurant Using AWS</vt:lpstr>
      <vt:lpstr>About Taste of Africa</vt:lpstr>
      <vt:lpstr>Challenges</vt:lpstr>
      <vt:lpstr>Project Goal</vt:lpstr>
      <vt:lpstr>Website Features</vt:lpstr>
      <vt:lpstr>AWS Services Used</vt:lpstr>
      <vt:lpstr>Benefits of AWS</vt:lpstr>
      <vt:lpstr>Cost Comparison</vt:lpstr>
      <vt:lpstr>Team Learning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Building a Static Website for a Restaurant Using AWS</dc:title>
  <dc:creator/>
  <cp:lastModifiedBy>Olivia Aluwani Mahuluhulu</cp:lastModifiedBy>
  <cp:revision>1</cp:revision>
  <dcterms:created xsi:type="dcterms:W3CDTF">2025-11-09T09:00:10Z</dcterms:created>
  <dcterms:modified xsi:type="dcterms:W3CDTF">2025-11-09T17:53:02Z</dcterms:modified>
</cp:coreProperties>
</file>